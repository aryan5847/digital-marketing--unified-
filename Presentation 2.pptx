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01" r:id="rId6"/>
    <p:sldId id="302" r:id="rId7"/>
    <p:sldId id="303" r:id="rId8"/>
    <p:sldId id="304" r:id="rId9"/>
    <p:sldId id="305" r:id="rId10"/>
    <p:sldId id="307" r:id="rId11"/>
    <p:sldId id="285" r:id="rId12"/>
    <p:sldId id="270" r:id="rId13"/>
    <p:sldId id="310" r:id="rId14"/>
    <p:sldId id="311" r:id="rId15"/>
    <p:sldId id="3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E6261-AFDB-695E-4A25-515A5D78C3B8}" v="2" dt="2026-03-13T20:35:42.928"/>
    <p1510:client id="{41C783D8-9797-5737-0224-220664750BAB}" v="15" dt="2026-03-13T20:46:35.790"/>
    <p1510:client id="{50503F8F-95BA-DF9F-ECF1-AAF489E2F075}" v="86" dt="2026-03-13T21:12:16.670"/>
    <p1510:client id="{8D104C49-E12C-91A9-9219-748488777B3B}" v="73" dt="2026-03-13T20:44:13.334"/>
    <p1510:client id="{E8BBF9A8-4AD0-71DF-F36F-41D14B0FDF2E}" v="97" dt="2026-03-13T20:54:03.853"/>
    <p1510:client id="{EDAECA6D-B376-81DA-A6A1-26E07D49FEA6}" v="22" dt="2026-03-13T21:01:31.474"/>
    <p1510:client id="{F1FC6F1E-D19D-4704-BC2A-A97BDCBB8B1C}" v="476" dt="2026-03-13T20:28:11.485"/>
    <p1510:client id="{FC114B60-E872-4741-9346-5687BBBEC144}" v="2" dt="2026-03-13T21:19:24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96"/>
        <p:guide orient="horz" pos="3504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61E6261-AFDB-695E-4A25-515A5D78C3B8}"/>
    <pc:docChg chg="modSld">
      <pc:chgData name="Guest User" userId="" providerId="Windows Live" clId="Web-{061E6261-AFDB-695E-4A25-515A5D78C3B8}" dt="2026-03-13T20:35:42.928" v="1" actId="20577"/>
      <pc:docMkLst>
        <pc:docMk/>
      </pc:docMkLst>
      <pc:sldChg chg="modSp">
        <pc:chgData name="Guest User" userId="" providerId="Windows Live" clId="Web-{061E6261-AFDB-695E-4A25-515A5D78C3B8}" dt="2026-03-13T20:35:42.928" v="1" actId="20577"/>
        <pc:sldMkLst>
          <pc:docMk/>
          <pc:sldMk cId="698293998" sldId="285"/>
        </pc:sldMkLst>
        <pc:spChg chg="mod">
          <ac:chgData name="Guest User" userId="" providerId="Windows Live" clId="Web-{061E6261-AFDB-695E-4A25-515A5D78C3B8}" dt="2026-03-13T20:35:42.928" v="1" actId="20577"/>
          <ac:spMkLst>
            <pc:docMk/>
            <pc:sldMk cId="698293998" sldId="285"/>
            <ac:spMk id="4" creationId="{FAD2AE59-5630-4D5C-83A9-4CDEF4D7DCFB}"/>
          </ac:spMkLst>
        </pc:spChg>
      </pc:sldChg>
    </pc:docChg>
  </pc:docChgLst>
  <pc:docChgLst>
    <pc:chgData name="Aryan Phadnis" userId="38d0370ab1d9cf8b" providerId="Windows Live" clId="Web-{F1FC6F1E-D19D-4704-BC2A-A97BDCBB8B1C}"/>
    <pc:docChg chg="addSld delSld modSld">
      <pc:chgData name="Aryan Phadnis" userId="38d0370ab1d9cf8b" providerId="Windows Live" clId="Web-{F1FC6F1E-D19D-4704-BC2A-A97BDCBB8B1C}" dt="2026-03-13T20:22:51.449" v="476" actId="20577"/>
      <pc:docMkLst>
        <pc:docMk/>
      </pc:docMkLst>
      <pc:sldChg chg="addSp delSp modSp">
        <pc:chgData name="Aryan Phadnis" userId="38d0370ab1d9cf8b" providerId="Windows Live" clId="Web-{F1FC6F1E-D19D-4704-BC2A-A97BDCBB8B1C}" dt="2026-03-13T19:34:45.552" v="20" actId="20577"/>
        <pc:sldMkLst>
          <pc:docMk/>
          <pc:sldMk cId="1642425379" sldId="256"/>
        </pc:sldMkLst>
        <pc:spChg chg="add del mod">
          <ac:chgData name="Aryan Phadnis" userId="38d0370ab1d9cf8b" providerId="Windows Live" clId="Web-{F1FC6F1E-D19D-4704-BC2A-A97BDCBB8B1C}" dt="2026-03-13T19:33:45.629" v="13"/>
          <ac:spMkLst>
            <pc:docMk/>
            <pc:sldMk cId="1642425379" sldId="256"/>
            <ac:spMk id="3" creationId="{2982E1B5-5451-D12C-0454-FAA332FE4FF4}"/>
          </ac:spMkLst>
        </pc:spChg>
        <pc:spChg chg="add del mod">
          <ac:chgData name="Aryan Phadnis" userId="38d0370ab1d9cf8b" providerId="Windows Live" clId="Web-{F1FC6F1E-D19D-4704-BC2A-A97BDCBB8B1C}" dt="2026-03-13T19:33:58.379" v="17"/>
          <ac:spMkLst>
            <pc:docMk/>
            <pc:sldMk cId="1642425379" sldId="256"/>
            <ac:spMk id="5" creationId="{3B95A575-4944-44FE-8343-886F3F62894C}"/>
          </ac:spMkLst>
        </pc:spChg>
        <pc:spChg chg="mod">
          <ac:chgData name="Aryan Phadnis" userId="38d0370ab1d9cf8b" providerId="Windows Live" clId="Web-{F1FC6F1E-D19D-4704-BC2A-A97BDCBB8B1C}" dt="2026-03-13T19:34:45.552" v="20" actId="20577"/>
          <ac:spMkLst>
            <pc:docMk/>
            <pc:sldMk cId="1642425379" sldId="256"/>
            <ac:spMk id="7" creationId="{9C522CE7-8601-4799-A188-72F4C128D33A}"/>
          </ac:spMkLst>
        </pc:spChg>
        <pc:picChg chg="add del mod">
          <ac:chgData name="Aryan Phadnis" userId="38d0370ab1d9cf8b" providerId="Windows Live" clId="Web-{F1FC6F1E-D19D-4704-BC2A-A97BDCBB8B1C}" dt="2026-03-13T19:33:45.629" v="13"/>
          <ac:picMkLst>
            <pc:docMk/>
            <pc:sldMk cId="1642425379" sldId="256"/>
            <ac:picMk id="8" creationId="{96D6DE01-D902-4482-9C44-25411826C9AE}"/>
          </ac:picMkLst>
        </pc:picChg>
      </pc:sldChg>
      <pc:sldChg chg="modSp">
        <pc:chgData name="Aryan Phadnis" userId="38d0370ab1d9cf8b" providerId="Windows Live" clId="Web-{F1FC6F1E-D19D-4704-BC2A-A97BDCBB8B1C}" dt="2026-03-13T20:22:51.449" v="476" actId="20577"/>
        <pc:sldMkLst>
          <pc:docMk/>
          <pc:sldMk cId="698293998" sldId="285"/>
        </pc:sldMkLst>
        <pc:spChg chg="mod">
          <ac:chgData name="Aryan Phadnis" userId="38d0370ab1d9cf8b" providerId="Windows Live" clId="Web-{F1FC6F1E-D19D-4704-BC2A-A97BDCBB8B1C}" dt="2026-03-13T20:22:51.449" v="476" actId="20577"/>
          <ac:spMkLst>
            <pc:docMk/>
            <pc:sldMk cId="698293998" sldId="285"/>
            <ac:spMk id="4" creationId="{FAD2AE59-5630-4D5C-83A9-4CDEF4D7DCFB}"/>
          </ac:spMkLst>
        </pc:spChg>
      </pc:sldChg>
      <pc:sldChg chg="add del">
        <pc:chgData name="Aryan Phadnis" userId="38d0370ab1d9cf8b" providerId="Windows Live" clId="Web-{F1FC6F1E-D19D-4704-BC2A-A97BDCBB8B1C}" dt="2026-03-13T20:22:31.042" v="473"/>
        <pc:sldMkLst>
          <pc:docMk/>
          <pc:sldMk cId="2821816735" sldId="298"/>
        </pc:sldMkLst>
      </pc:sldChg>
      <pc:sldChg chg="addSp delSp modSp">
        <pc:chgData name="Aryan Phadnis" userId="38d0370ab1d9cf8b" providerId="Windows Live" clId="Web-{F1FC6F1E-D19D-4704-BC2A-A97BDCBB8B1C}" dt="2026-03-13T19:49:27.991" v="192" actId="20577"/>
        <pc:sldMkLst>
          <pc:docMk/>
          <pc:sldMk cId="323836270" sldId="302"/>
        </pc:sldMkLst>
        <pc:spChg chg="mod">
          <ac:chgData name="Aryan Phadnis" userId="38d0370ab1d9cf8b" providerId="Windows Live" clId="Web-{F1FC6F1E-D19D-4704-BC2A-A97BDCBB8B1C}" dt="2026-03-13T19:35:19.052" v="31" actId="20577"/>
          <ac:spMkLst>
            <pc:docMk/>
            <pc:sldMk cId="323836270" sldId="302"/>
            <ac:spMk id="2" creationId="{67708C79-A4AC-4B5D-92DF-600737E4D11A}"/>
          </ac:spMkLst>
        </pc:spChg>
        <pc:spChg chg="add del mod">
          <ac:chgData name="Aryan Phadnis" userId="38d0370ab1d9cf8b" providerId="Windows Live" clId="Web-{F1FC6F1E-D19D-4704-BC2A-A97BDCBB8B1C}" dt="2026-03-13T19:38:13.930" v="59"/>
          <ac:spMkLst>
            <pc:docMk/>
            <pc:sldMk cId="323836270" sldId="302"/>
            <ac:spMk id="4" creationId="{55A3692E-DEA4-CD06-6CB5-40CD18DDE5EF}"/>
          </ac:spMkLst>
        </pc:spChg>
        <pc:spChg chg="add del mod">
          <ac:chgData name="Aryan Phadnis" userId="38d0370ab1d9cf8b" providerId="Windows Live" clId="Web-{F1FC6F1E-D19D-4704-BC2A-A97BDCBB8B1C}" dt="2026-03-13T19:39:54.276" v="83"/>
          <ac:spMkLst>
            <pc:docMk/>
            <pc:sldMk cId="323836270" sldId="302"/>
            <ac:spMk id="6" creationId="{495D88C7-7E24-12C8-713E-4282A497D704}"/>
          </ac:spMkLst>
        </pc:spChg>
        <pc:spChg chg="add del mod">
          <ac:chgData name="Aryan Phadnis" userId="38d0370ab1d9cf8b" providerId="Windows Live" clId="Web-{F1FC6F1E-D19D-4704-BC2A-A97BDCBB8B1C}" dt="2026-03-13T19:39:54.276" v="82"/>
          <ac:spMkLst>
            <pc:docMk/>
            <pc:sldMk cId="323836270" sldId="302"/>
            <ac:spMk id="8" creationId="{68C7F360-FEDD-33D0-0228-48C3B468F441}"/>
          </ac:spMkLst>
        </pc:spChg>
        <pc:spChg chg="add del mod">
          <ac:chgData name="Aryan Phadnis" userId="38d0370ab1d9cf8b" providerId="Windows Live" clId="Web-{F1FC6F1E-D19D-4704-BC2A-A97BDCBB8B1C}" dt="2026-03-13T19:40:17.575" v="87"/>
          <ac:spMkLst>
            <pc:docMk/>
            <pc:sldMk cId="323836270" sldId="302"/>
            <ac:spMk id="11" creationId="{75486A37-C37F-4621-1768-500D81CCC34B}"/>
          </ac:spMkLst>
        </pc:spChg>
        <pc:spChg chg="del mod">
          <ac:chgData name="Aryan Phadnis" userId="38d0370ab1d9cf8b" providerId="Windows Live" clId="Web-{F1FC6F1E-D19D-4704-BC2A-A97BDCBB8B1C}" dt="2026-03-13T19:38:13.930" v="64"/>
          <ac:spMkLst>
            <pc:docMk/>
            <pc:sldMk cId="323836270" sldId="302"/>
            <ac:spMk id="16" creationId="{DEF3428C-82C8-426A-8AA5-06D41239356C}"/>
          </ac:spMkLst>
        </pc:spChg>
        <pc:spChg chg="mod">
          <ac:chgData name="Aryan Phadnis" userId="38d0370ab1d9cf8b" providerId="Windows Live" clId="Web-{F1FC6F1E-D19D-4704-BC2A-A97BDCBB8B1C}" dt="2026-03-13T19:36:38.475" v="40" actId="20577"/>
          <ac:spMkLst>
            <pc:docMk/>
            <pc:sldMk cId="323836270" sldId="302"/>
            <ac:spMk id="17" creationId="{8B178A14-FF95-463C-89E7-D71BB431EA6A}"/>
          </ac:spMkLst>
        </pc:spChg>
        <pc:spChg chg="mod">
          <ac:chgData name="Aryan Phadnis" userId="38d0370ab1d9cf8b" providerId="Windows Live" clId="Web-{F1FC6F1E-D19D-4704-BC2A-A97BDCBB8B1C}" dt="2026-03-13T19:49:27.991" v="192" actId="20577"/>
          <ac:spMkLst>
            <pc:docMk/>
            <pc:sldMk cId="323836270" sldId="302"/>
            <ac:spMk id="41" creationId="{96363A03-E425-4DF0-A245-F0EEE2D0431D}"/>
          </ac:spMkLst>
        </pc:spChg>
        <pc:spChg chg="del">
          <ac:chgData name="Aryan Phadnis" userId="38d0370ab1d9cf8b" providerId="Windows Live" clId="Web-{F1FC6F1E-D19D-4704-BC2A-A97BDCBB8B1C}" dt="2026-03-13T19:36:00.803" v="32"/>
          <ac:spMkLst>
            <pc:docMk/>
            <pc:sldMk cId="323836270" sldId="302"/>
            <ac:spMk id="44" creationId="{980B2038-1B53-491E-BC2F-148E99EFDBB8}"/>
          </ac:spMkLst>
        </pc:spChg>
        <pc:spChg chg="del mod">
          <ac:chgData name="Aryan Phadnis" userId="38d0370ab1d9cf8b" providerId="Windows Live" clId="Web-{F1FC6F1E-D19D-4704-BC2A-A97BDCBB8B1C}" dt="2026-03-13T19:38:13.930" v="66"/>
          <ac:spMkLst>
            <pc:docMk/>
            <pc:sldMk cId="323836270" sldId="302"/>
            <ac:spMk id="45" creationId="{F970A788-9414-4536-9C00-F0C8714580AB}"/>
          </ac:spMkLst>
        </pc:spChg>
        <pc:spChg chg="del mod">
          <ac:chgData name="Aryan Phadnis" userId="38d0370ab1d9cf8b" providerId="Windows Live" clId="Web-{F1FC6F1E-D19D-4704-BC2A-A97BDCBB8B1C}" dt="2026-03-13T19:38:13.930" v="65"/>
          <ac:spMkLst>
            <pc:docMk/>
            <pc:sldMk cId="323836270" sldId="302"/>
            <ac:spMk id="46" creationId="{F845A907-CC82-47DD-86EC-58C44C2EA61D}"/>
          </ac:spMkLst>
        </pc:spChg>
        <pc:spChg chg="del mod">
          <ac:chgData name="Aryan Phadnis" userId="38d0370ab1d9cf8b" providerId="Windows Live" clId="Web-{F1FC6F1E-D19D-4704-BC2A-A97BDCBB8B1C}" dt="2026-03-13T19:38:13.930" v="63"/>
          <ac:spMkLst>
            <pc:docMk/>
            <pc:sldMk cId="323836270" sldId="302"/>
            <ac:spMk id="47" creationId="{5B76A604-CBAD-4494-A846-E4C833A6092C}"/>
          </ac:spMkLst>
        </pc:spChg>
        <pc:spChg chg="del mod">
          <ac:chgData name="Aryan Phadnis" userId="38d0370ab1d9cf8b" providerId="Windows Live" clId="Web-{F1FC6F1E-D19D-4704-BC2A-A97BDCBB8B1C}" dt="2026-03-13T19:38:13.930" v="62"/>
          <ac:spMkLst>
            <pc:docMk/>
            <pc:sldMk cId="323836270" sldId="302"/>
            <ac:spMk id="48" creationId="{BF07FAC4-029F-4076-B784-683A1CCA6865}"/>
          </ac:spMkLst>
        </pc:spChg>
        <pc:spChg chg="del mod">
          <ac:chgData name="Aryan Phadnis" userId="38d0370ab1d9cf8b" providerId="Windows Live" clId="Web-{F1FC6F1E-D19D-4704-BC2A-A97BDCBB8B1C}" dt="2026-03-13T19:38:13.930" v="61"/>
          <ac:spMkLst>
            <pc:docMk/>
            <pc:sldMk cId="323836270" sldId="302"/>
            <ac:spMk id="49" creationId="{BEEA5224-6F24-4134-84A4-4BB922BE15DE}"/>
          </ac:spMkLst>
        </pc:spChg>
        <pc:spChg chg="del mod">
          <ac:chgData name="Aryan Phadnis" userId="38d0370ab1d9cf8b" providerId="Windows Live" clId="Web-{F1FC6F1E-D19D-4704-BC2A-A97BDCBB8B1C}" dt="2026-03-13T19:38:13.930" v="60"/>
          <ac:spMkLst>
            <pc:docMk/>
            <pc:sldMk cId="323836270" sldId="302"/>
            <ac:spMk id="50" creationId="{6DC9F3A7-D8E7-4ABC-8153-8AFB777CAC78}"/>
          </ac:spMkLst>
        </pc:spChg>
        <pc:spChg chg="mod">
          <ac:chgData name="Aryan Phadnis" userId="38d0370ab1d9cf8b" providerId="Windows Live" clId="Web-{F1FC6F1E-D19D-4704-BC2A-A97BDCBB8B1C}" dt="2026-03-13T19:38:05.008" v="57" actId="1076"/>
          <ac:spMkLst>
            <pc:docMk/>
            <pc:sldMk cId="323836270" sldId="302"/>
            <ac:spMk id="150" creationId="{BF3830E9-8071-46F4-9061-47A9D52729BA}"/>
          </ac:spMkLst>
        </pc:spChg>
        <pc:spChg chg="add del mod">
          <ac:chgData name="Aryan Phadnis" userId="38d0370ab1d9cf8b" providerId="Windows Live" clId="Web-{F1FC6F1E-D19D-4704-BC2A-A97BDCBB8B1C}" dt="2026-03-13T19:40:03.637" v="85"/>
          <ac:spMkLst>
            <pc:docMk/>
            <pc:sldMk cId="323836270" sldId="302"/>
            <ac:spMk id="152" creationId="{3C4F874E-995C-4034-ACF3-1F09DDFD1EF2}"/>
          </ac:spMkLst>
        </pc:spChg>
        <pc:picChg chg="add del mod">
          <ac:chgData name="Aryan Phadnis" userId="38d0370ab1d9cf8b" providerId="Windows Live" clId="Web-{F1FC6F1E-D19D-4704-BC2A-A97BDCBB8B1C}" dt="2026-03-13T19:39:54.276" v="82"/>
          <ac:picMkLst>
            <pc:docMk/>
            <pc:sldMk cId="323836270" sldId="302"/>
            <ac:picMk id="10" creationId="{B1240E7A-9EE3-4AD7-AC70-53A1C0C7D524}"/>
          </ac:picMkLst>
        </pc:picChg>
      </pc:sldChg>
      <pc:sldChg chg="addSp delSp modSp">
        <pc:chgData name="Aryan Phadnis" userId="38d0370ab1d9cf8b" providerId="Windows Live" clId="Web-{F1FC6F1E-D19D-4704-BC2A-A97BDCBB8B1C}" dt="2026-03-13T19:50:04.476" v="194" actId="1076"/>
        <pc:sldMkLst>
          <pc:docMk/>
          <pc:sldMk cId="1196191522" sldId="303"/>
        </pc:sldMkLst>
        <pc:spChg chg="mod">
          <ac:chgData name="Aryan Phadnis" userId="38d0370ab1d9cf8b" providerId="Windows Live" clId="Web-{F1FC6F1E-D19D-4704-BC2A-A97BDCBB8B1C}" dt="2026-03-13T19:50:04.476" v="194" actId="1076"/>
          <ac:spMkLst>
            <pc:docMk/>
            <pc:sldMk cId="1196191522" sldId="303"/>
            <ac:spMk id="2" creationId="{75031FE9-9059-4FE8-B4AC-9771F23A1B89}"/>
          </ac:spMkLst>
        </pc:spChg>
        <pc:spChg chg="del mod">
          <ac:chgData name="Aryan Phadnis" userId="38d0370ab1d9cf8b" providerId="Windows Live" clId="Web-{F1FC6F1E-D19D-4704-BC2A-A97BDCBB8B1C}" dt="2026-03-13T19:44:16.200" v="145"/>
          <ac:spMkLst>
            <pc:docMk/>
            <pc:sldMk cId="1196191522" sldId="303"/>
            <ac:spMk id="3" creationId="{D4A2EB3F-4D60-451F-8F45-7D6654D2FCD9}"/>
          </ac:spMkLst>
        </pc:spChg>
        <pc:spChg chg="add del mod">
          <ac:chgData name="Aryan Phadnis" userId="38d0370ab1d9cf8b" providerId="Windows Live" clId="Web-{F1FC6F1E-D19D-4704-BC2A-A97BDCBB8B1C}" dt="2026-03-13T19:43:56.512" v="130"/>
          <ac:spMkLst>
            <pc:docMk/>
            <pc:sldMk cId="1196191522" sldId="303"/>
            <ac:spMk id="5" creationId="{DDE20119-62B4-A9B5-60BC-3BE928CF3894}"/>
          </ac:spMkLst>
        </pc:spChg>
        <pc:spChg chg="add del mod">
          <ac:chgData name="Aryan Phadnis" userId="38d0370ab1d9cf8b" providerId="Windows Live" clId="Web-{F1FC6F1E-D19D-4704-BC2A-A97BDCBB8B1C}" dt="2026-03-13T19:43:56.512" v="129"/>
          <ac:spMkLst>
            <pc:docMk/>
            <pc:sldMk cId="1196191522" sldId="303"/>
            <ac:spMk id="8" creationId="{BE856128-E620-A866-9928-3A506A77FE04}"/>
          </ac:spMkLst>
        </pc:spChg>
        <pc:spChg chg="add del mod">
          <ac:chgData name="Aryan Phadnis" userId="38d0370ab1d9cf8b" providerId="Windows Live" clId="Web-{F1FC6F1E-D19D-4704-BC2A-A97BDCBB8B1C}" dt="2026-03-13T19:43:56.512" v="128"/>
          <ac:spMkLst>
            <pc:docMk/>
            <pc:sldMk cId="1196191522" sldId="303"/>
            <ac:spMk id="10" creationId="{5252EA50-3BE9-8A96-9EEA-16AEE2CE353F}"/>
          </ac:spMkLst>
        </pc:spChg>
        <pc:spChg chg="add del mod">
          <ac:chgData name="Aryan Phadnis" userId="38d0370ab1d9cf8b" providerId="Windows Live" clId="Web-{F1FC6F1E-D19D-4704-BC2A-A97BDCBB8B1C}" dt="2026-03-13T19:43:56.512" v="127"/>
          <ac:spMkLst>
            <pc:docMk/>
            <pc:sldMk cId="1196191522" sldId="303"/>
            <ac:spMk id="12" creationId="{C03BC497-D542-8A7B-D190-50ABF279577E}"/>
          </ac:spMkLst>
        </pc:spChg>
        <pc:spChg chg="add del mod">
          <ac:chgData name="Aryan Phadnis" userId="38d0370ab1d9cf8b" providerId="Windows Live" clId="Web-{F1FC6F1E-D19D-4704-BC2A-A97BDCBB8B1C}" dt="2026-03-13T19:43:56.512" v="126"/>
          <ac:spMkLst>
            <pc:docMk/>
            <pc:sldMk cId="1196191522" sldId="303"/>
            <ac:spMk id="14" creationId="{239FDACD-E6AE-9AA4-58AB-A27441787B6D}"/>
          </ac:spMkLst>
        </pc:spChg>
        <pc:spChg chg="add del mod">
          <ac:chgData name="Aryan Phadnis" userId="38d0370ab1d9cf8b" providerId="Windows Live" clId="Web-{F1FC6F1E-D19D-4704-BC2A-A97BDCBB8B1C}" dt="2026-03-13T19:43:56.512" v="125"/>
          <ac:spMkLst>
            <pc:docMk/>
            <pc:sldMk cId="1196191522" sldId="303"/>
            <ac:spMk id="16" creationId="{7722D483-F634-E51D-577C-0F3358985F69}"/>
          </ac:spMkLst>
        </pc:spChg>
        <pc:spChg chg="add del mod">
          <ac:chgData name="Aryan Phadnis" userId="38d0370ab1d9cf8b" providerId="Windows Live" clId="Web-{F1FC6F1E-D19D-4704-BC2A-A97BDCBB8B1C}" dt="2026-03-13T19:43:56.496" v="124"/>
          <ac:spMkLst>
            <pc:docMk/>
            <pc:sldMk cId="1196191522" sldId="303"/>
            <ac:spMk id="18" creationId="{22E1CB3A-6209-9A25-CE45-011FDDE61725}"/>
          </ac:spMkLst>
        </pc:spChg>
        <pc:spChg chg="add del mod">
          <ac:chgData name="Aryan Phadnis" userId="38d0370ab1d9cf8b" providerId="Windows Live" clId="Web-{F1FC6F1E-D19D-4704-BC2A-A97BDCBB8B1C}" dt="2026-03-13T19:44:27.279" v="151"/>
          <ac:spMkLst>
            <pc:docMk/>
            <pc:sldMk cId="1196191522" sldId="303"/>
            <ac:spMk id="20" creationId="{235F482B-F818-BF15-7742-44ED40AEFAFE}"/>
          </ac:spMkLst>
        </pc:spChg>
        <pc:spChg chg="add del mod">
          <ac:chgData name="Aryan Phadnis" userId="38d0370ab1d9cf8b" providerId="Windows Live" clId="Web-{F1FC6F1E-D19D-4704-BC2A-A97BDCBB8B1C}" dt="2026-03-13T19:49:56.507" v="193" actId="20577"/>
          <ac:spMkLst>
            <pc:docMk/>
            <pc:sldMk cId="1196191522" sldId="303"/>
            <ac:spMk id="21" creationId="{43DDEB93-8628-4CD2-969D-1108E86844B5}"/>
          </ac:spMkLst>
        </pc:spChg>
        <pc:spChg chg="add del">
          <ac:chgData name="Aryan Phadnis" userId="38d0370ab1d9cf8b" providerId="Windows Live" clId="Web-{F1FC6F1E-D19D-4704-BC2A-A97BDCBB8B1C}" dt="2026-03-13T19:44:16.138" v="144"/>
          <ac:spMkLst>
            <pc:docMk/>
            <pc:sldMk cId="1196191522" sldId="303"/>
            <ac:spMk id="22" creationId="{1148019F-B471-48D3-A6AA-3F0B467240B5}"/>
          </ac:spMkLst>
        </pc:spChg>
        <pc:spChg chg="add del">
          <ac:chgData name="Aryan Phadnis" userId="38d0370ab1d9cf8b" providerId="Windows Live" clId="Web-{F1FC6F1E-D19D-4704-BC2A-A97BDCBB8B1C}" dt="2026-03-13T19:44:16.075" v="143"/>
          <ac:spMkLst>
            <pc:docMk/>
            <pc:sldMk cId="1196191522" sldId="303"/>
            <ac:spMk id="23" creationId="{1B300A6A-6AD6-4D6C-85C5-FDF36EF1D3CF}"/>
          </ac:spMkLst>
        </pc:spChg>
        <pc:spChg chg="add del">
          <ac:chgData name="Aryan Phadnis" userId="38d0370ab1d9cf8b" providerId="Windows Live" clId="Web-{F1FC6F1E-D19D-4704-BC2A-A97BDCBB8B1C}" dt="2026-03-13T19:44:16.028" v="142"/>
          <ac:spMkLst>
            <pc:docMk/>
            <pc:sldMk cId="1196191522" sldId="303"/>
            <ac:spMk id="24" creationId="{C03AC016-5A46-4B6E-943F-B9F46486290F}"/>
          </ac:spMkLst>
        </pc:spChg>
        <pc:spChg chg="add del">
          <ac:chgData name="Aryan Phadnis" userId="38d0370ab1d9cf8b" providerId="Windows Live" clId="Web-{F1FC6F1E-D19D-4704-BC2A-A97BDCBB8B1C}" dt="2026-03-13T19:44:15.966" v="141"/>
          <ac:spMkLst>
            <pc:docMk/>
            <pc:sldMk cId="1196191522" sldId="303"/>
            <ac:spMk id="25" creationId="{10A43BEE-B04F-469B-9957-9AF5947E5A19}"/>
          </ac:spMkLst>
        </pc:spChg>
        <pc:spChg chg="add del">
          <ac:chgData name="Aryan Phadnis" userId="38d0370ab1d9cf8b" providerId="Windows Live" clId="Web-{F1FC6F1E-D19D-4704-BC2A-A97BDCBB8B1C}" dt="2026-03-13T19:44:15.903" v="140"/>
          <ac:spMkLst>
            <pc:docMk/>
            <pc:sldMk cId="1196191522" sldId="303"/>
            <ac:spMk id="26" creationId="{2631719C-FC8F-4C94-8D70-74C636AC876C}"/>
          </ac:spMkLst>
        </pc:spChg>
        <pc:spChg chg="add del">
          <ac:chgData name="Aryan Phadnis" userId="38d0370ab1d9cf8b" providerId="Windows Live" clId="Web-{F1FC6F1E-D19D-4704-BC2A-A97BDCBB8B1C}" dt="2026-03-13T19:44:15.841" v="139"/>
          <ac:spMkLst>
            <pc:docMk/>
            <pc:sldMk cId="1196191522" sldId="303"/>
            <ac:spMk id="27" creationId="{58552BB2-2387-4A2C-8668-B6633FE46EE4}"/>
          </ac:spMkLst>
        </pc:spChg>
        <pc:spChg chg="add del mod">
          <ac:chgData name="Aryan Phadnis" userId="38d0370ab1d9cf8b" providerId="Windows Live" clId="Web-{F1FC6F1E-D19D-4704-BC2A-A97BDCBB8B1C}" dt="2026-03-13T19:44:27.279" v="150"/>
          <ac:spMkLst>
            <pc:docMk/>
            <pc:sldMk cId="1196191522" sldId="303"/>
            <ac:spMk id="29" creationId="{E06AD198-715F-5E59-E363-EE5581E056AE}"/>
          </ac:spMkLst>
        </pc:spChg>
        <pc:spChg chg="add del mod">
          <ac:chgData name="Aryan Phadnis" userId="38d0370ab1d9cf8b" providerId="Windows Live" clId="Web-{F1FC6F1E-D19D-4704-BC2A-A97BDCBB8B1C}" dt="2026-03-13T19:44:27.279" v="149"/>
          <ac:spMkLst>
            <pc:docMk/>
            <pc:sldMk cId="1196191522" sldId="303"/>
            <ac:spMk id="31" creationId="{D6AAEC51-255B-DDB0-7B49-1E00B8A5A462}"/>
          </ac:spMkLst>
        </pc:spChg>
        <pc:spChg chg="add del mod">
          <ac:chgData name="Aryan Phadnis" userId="38d0370ab1d9cf8b" providerId="Windows Live" clId="Web-{F1FC6F1E-D19D-4704-BC2A-A97BDCBB8B1C}" dt="2026-03-13T19:44:27.279" v="148"/>
          <ac:spMkLst>
            <pc:docMk/>
            <pc:sldMk cId="1196191522" sldId="303"/>
            <ac:spMk id="33" creationId="{2E02BE47-EC9F-6547-CF97-14ADD17E2379}"/>
          </ac:spMkLst>
        </pc:spChg>
        <pc:spChg chg="add del mod">
          <ac:chgData name="Aryan Phadnis" userId="38d0370ab1d9cf8b" providerId="Windows Live" clId="Web-{F1FC6F1E-D19D-4704-BC2A-A97BDCBB8B1C}" dt="2026-03-13T19:44:27.279" v="147"/>
          <ac:spMkLst>
            <pc:docMk/>
            <pc:sldMk cId="1196191522" sldId="303"/>
            <ac:spMk id="35" creationId="{87D750F3-4B9C-0270-206E-F2120DF55927}"/>
          </ac:spMkLst>
        </pc:spChg>
        <pc:spChg chg="add del mod">
          <ac:chgData name="Aryan Phadnis" userId="38d0370ab1d9cf8b" providerId="Windows Live" clId="Web-{F1FC6F1E-D19D-4704-BC2A-A97BDCBB8B1C}" dt="2026-03-13T19:44:27.279" v="146"/>
          <ac:spMkLst>
            <pc:docMk/>
            <pc:sldMk cId="1196191522" sldId="303"/>
            <ac:spMk id="37" creationId="{2699544C-F7A8-B157-5806-628F03DDD65A}"/>
          </ac:spMkLst>
        </pc:spChg>
        <pc:spChg chg="add del mod">
          <ac:chgData name="Aryan Phadnis" userId="38d0370ab1d9cf8b" providerId="Windows Live" clId="Web-{F1FC6F1E-D19D-4704-BC2A-A97BDCBB8B1C}" dt="2026-03-13T19:44:36.920" v="153"/>
          <ac:spMkLst>
            <pc:docMk/>
            <pc:sldMk cId="1196191522" sldId="303"/>
            <ac:spMk id="39" creationId="{0FB9EB14-8909-FA7F-5987-FDB0A36AF1AB}"/>
          </ac:spMkLst>
        </pc:spChg>
        <pc:spChg chg="add del">
          <ac:chgData name="Aryan Phadnis" userId="38d0370ab1d9cf8b" providerId="Windows Live" clId="Web-{F1FC6F1E-D19D-4704-BC2A-A97BDCBB8B1C}" dt="2026-03-13T19:44:15.794" v="138"/>
          <ac:spMkLst>
            <pc:docMk/>
            <pc:sldMk cId="1196191522" sldId="303"/>
            <ac:spMk id="51" creationId="{9EF76BD2-EB69-4D45-9701-8A82B812A6E0}"/>
          </ac:spMkLst>
        </pc:spChg>
        <pc:spChg chg="add del">
          <ac:chgData name="Aryan Phadnis" userId="38d0370ab1d9cf8b" providerId="Windows Live" clId="Web-{F1FC6F1E-D19D-4704-BC2A-A97BDCBB8B1C}" dt="2026-03-13T19:44:15.794" v="137"/>
          <ac:spMkLst>
            <pc:docMk/>
            <pc:sldMk cId="1196191522" sldId="303"/>
            <ac:spMk id="52" creationId="{BD1651FB-5427-4C2E-968C-077A5FCB9D89}"/>
          </ac:spMkLst>
        </pc:spChg>
      </pc:sldChg>
      <pc:sldChg chg="addSp delSp modSp">
        <pc:chgData name="Aryan Phadnis" userId="38d0370ab1d9cf8b" providerId="Windows Live" clId="Web-{F1FC6F1E-D19D-4704-BC2A-A97BDCBB8B1C}" dt="2026-03-13T20:03:57.450" v="389" actId="20577"/>
        <pc:sldMkLst>
          <pc:docMk/>
          <pc:sldMk cId="3507718482" sldId="304"/>
        </pc:sldMkLst>
        <pc:spChg chg="mod">
          <ac:chgData name="Aryan Phadnis" userId="38d0370ab1d9cf8b" providerId="Windows Live" clId="Web-{F1FC6F1E-D19D-4704-BC2A-A97BDCBB8B1C}" dt="2026-03-13T19:51:05.961" v="200" actId="20577"/>
          <ac:spMkLst>
            <pc:docMk/>
            <pc:sldMk cId="3507718482" sldId="304"/>
            <ac:spMk id="2" creationId="{7291CFAB-A735-4A31-A51D-42FE1F5E94E0}"/>
          </ac:spMkLst>
        </pc:spChg>
        <pc:spChg chg="del mod">
          <ac:chgData name="Aryan Phadnis" userId="38d0370ab1d9cf8b" providerId="Windows Live" clId="Web-{F1FC6F1E-D19D-4704-BC2A-A97BDCBB8B1C}" dt="2026-03-13T19:54:16.717" v="241"/>
          <ac:spMkLst>
            <pc:docMk/>
            <pc:sldMk cId="3507718482" sldId="304"/>
            <ac:spMk id="4" creationId="{8421587F-8DFD-4A31-9931-8A346A92D87A}"/>
          </ac:spMkLst>
        </pc:spChg>
        <pc:spChg chg="add del mod">
          <ac:chgData name="Aryan Phadnis" userId="38d0370ab1d9cf8b" providerId="Windows Live" clId="Web-{F1FC6F1E-D19D-4704-BC2A-A97BDCBB8B1C}" dt="2026-03-13T19:53:16.076" v="228"/>
          <ac:spMkLst>
            <pc:docMk/>
            <pc:sldMk cId="3507718482" sldId="304"/>
            <ac:spMk id="5" creationId="{1F7B5ED0-09D1-D427-AE3D-B42A28296D2E}"/>
          </ac:spMkLst>
        </pc:spChg>
        <pc:spChg chg="add del mod">
          <ac:chgData name="Aryan Phadnis" userId="38d0370ab1d9cf8b" providerId="Windows Live" clId="Web-{F1FC6F1E-D19D-4704-BC2A-A97BDCBB8B1C}" dt="2026-03-13T19:53:16.076" v="227"/>
          <ac:spMkLst>
            <pc:docMk/>
            <pc:sldMk cId="3507718482" sldId="304"/>
            <ac:spMk id="7" creationId="{CC39B7D5-C3D9-45AE-5CF5-1BDA3198EF6F}"/>
          </ac:spMkLst>
        </pc:spChg>
        <pc:spChg chg="mod">
          <ac:chgData name="Aryan Phadnis" userId="38d0370ab1d9cf8b" providerId="Windows Live" clId="Web-{F1FC6F1E-D19D-4704-BC2A-A97BDCBB8B1C}" dt="2026-03-13T20:03:57.450" v="389" actId="20577"/>
          <ac:spMkLst>
            <pc:docMk/>
            <pc:sldMk cId="3507718482" sldId="304"/>
            <ac:spMk id="12" creationId="{511B0752-C624-457B-B12B-B88C90BBA8D7}"/>
          </ac:spMkLst>
        </pc:spChg>
        <pc:spChg chg="del mod">
          <ac:chgData name="Aryan Phadnis" userId="38d0370ab1d9cf8b" providerId="Windows Live" clId="Web-{F1FC6F1E-D19D-4704-BC2A-A97BDCBB8B1C}" dt="2026-03-13T19:53:55.873" v="237"/>
          <ac:spMkLst>
            <pc:docMk/>
            <pc:sldMk cId="3507718482" sldId="304"/>
            <ac:spMk id="25" creationId="{6E0EDB3B-C0A8-4C28-A8CE-248E9B2BF5F1}"/>
          </ac:spMkLst>
        </pc:spChg>
        <pc:spChg chg="del mod">
          <ac:chgData name="Aryan Phadnis" userId="38d0370ab1d9cf8b" providerId="Windows Live" clId="Web-{F1FC6F1E-D19D-4704-BC2A-A97BDCBB8B1C}" dt="2026-03-13T19:53:32.389" v="234"/>
          <ac:spMkLst>
            <pc:docMk/>
            <pc:sldMk cId="3507718482" sldId="304"/>
            <ac:spMk id="26" creationId="{6446DD38-A9AC-47C3-9018-7367CED92B9D}"/>
          </ac:spMkLst>
        </pc:spChg>
        <pc:spChg chg="del mod">
          <ac:chgData name="Aryan Phadnis" userId="38d0370ab1d9cf8b" providerId="Windows Live" clId="Web-{F1FC6F1E-D19D-4704-BC2A-A97BDCBB8B1C}" dt="2026-03-13T19:53:01.529" v="224"/>
          <ac:spMkLst>
            <pc:docMk/>
            <pc:sldMk cId="3507718482" sldId="304"/>
            <ac:spMk id="27" creationId="{0856D9EA-5EA0-4EBE-B2BD-E08F18E8DB9D}"/>
          </ac:spMkLst>
        </pc:spChg>
        <pc:spChg chg="del mod">
          <ac:chgData name="Aryan Phadnis" userId="38d0370ab1d9cf8b" providerId="Windows Live" clId="Web-{F1FC6F1E-D19D-4704-BC2A-A97BDCBB8B1C}" dt="2026-03-13T19:52:38.357" v="221"/>
          <ac:spMkLst>
            <pc:docMk/>
            <pc:sldMk cId="3507718482" sldId="304"/>
            <ac:spMk id="28" creationId="{25D79B6A-A890-45AF-A99D-5F70F6C80238}"/>
          </ac:spMkLst>
        </pc:spChg>
        <pc:spChg chg="del mod">
          <ac:chgData name="Aryan Phadnis" userId="38d0370ab1d9cf8b" providerId="Windows Live" clId="Web-{F1FC6F1E-D19D-4704-BC2A-A97BDCBB8B1C}" dt="2026-03-13T19:53:22.826" v="232"/>
          <ac:spMkLst>
            <pc:docMk/>
            <pc:sldMk cId="3507718482" sldId="304"/>
            <ac:spMk id="29" creationId="{D8477383-390C-41CA-A296-5FBDFAD23100}"/>
          </ac:spMkLst>
        </pc:spChg>
        <pc:spChg chg="del mod">
          <ac:chgData name="Aryan Phadnis" userId="38d0370ab1d9cf8b" providerId="Windows Live" clId="Web-{F1FC6F1E-D19D-4704-BC2A-A97BDCBB8B1C}" dt="2026-03-13T19:52:38.247" v="220"/>
          <ac:spMkLst>
            <pc:docMk/>
            <pc:sldMk cId="3507718482" sldId="304"/>
            <ac:spMk id="30" creationId="{C0B07462-809B-4573-9E92-EDEE7B899091}"/>
          </ac:spMkLst>
        </pc:spChg>
        <pc:spChg chg="del mod">
          <ac:chgData name="Aryan Phadnis" userId="38d0370ab1d9cf8b" providerId="Windows Live" clId="Web-{F1FC6F1E-D19D-4704-BC2A-A97BDCBB8B1C}" dt="2026-03-13T19:54:09.077" v="239"/>
          <ac:spMkLst>
            <pc:docMk/>
            <pc:sldMk cId="3507718482" sldId="304"/>
            <ac:spMk id="44" creationId="{33065600-E909-4725-88CF-C309407E3E51}"/>
          </ac:spMkLst>
        </pc:spChg>
        <pc:picChg chg="mod">
          <ac:chgData name="Aryan Phadnis" userId="38d0370ab1d9cf8b" providerId="Windows Live" clId="Web-{F1FC6F1E-D19D-4704-BC2A-A97BDCBB8B1C}" dt="2026-03-13T19:57:28.430" v="272" actId="1076"/>
          <ac:picMkLst>
            <pc:docMk/>
            <pc:sldMk cId="3507718482" sldId="304"/>
            <ac:picMk id="8" creationId="{A78432FC-7702-44D2-9799-5CC8D3D0C06C}"/>
          </ac:picMkLst>
        </pc:picChg>
      </pc:sldChg>
      <pc:sldChg chg="addSp delSp modSp">
        <pc:chgData name="Aryan Phadnis" userId="38d0370ab1d9cf8b" providerId="Windows Live" clId="Web-{F1FC6F1E-D19D-4704-BC2A-A97BDCBB8B1C}" dt="2026-03-13T20:09:42.695" v="426" actId="1076"/>
        <pc:sldMkLst>
          <pc:docMk/>
          <pc:sldMk cId="199679355" sldId="305"/>
        </pc:sldMkLst>
        <pc:spChg chg="mod">
          <ac:chgData name="Aryan Phadnis" userId="38d0370ab1d9cf8b" providerId="Windows Live" clId="Web-{F1FC6F1E-D19D-4704-BC2A-A97BDCBB8B1C}" dt="2026-03-13T20:06:06.129" v="392" actId="20577"/>
          <ac:spMkLst>
            <pc:docMk/>
            <pc:sldMk cId="199679355" sldId="305"/>
            <ac:spMk id="2" creationId="{537E1C88-627C-4655-A4FB-0BB02EDB078A}"/>
          </ac:spMkLst>
        </pc:spChg>
        <pc:spChg chg="mod">
          <ac:chgData name="Aryan Phadnis" userId="38d0370ab1d9cf8b" providerId="Windows Live" clId="Web-{F1FC6F1E-D19D-4704-BC2A-A97BDCBB8B1C}" dt="2026-03-13T20:08:59.695" v="418" actId="20577"/>
          <ac:spMkLst>
            <pc:docMk/>
            <pc:sldMk cId="199679355" sldId="305"/>
            <ac:spMk id="3" creationId="{033634FE-ADF0-4BC3-A0A9-447EA9DD096B}"/>
          </ac:spMkLst>
        </pc:spChg>
        <pc:spChg chg="del mod">
          <ac:chgData name="Aryan Phadnis" userId="38d0370ab1d9cf8b" providerId="Windows Live" clId="Web-{F1FC6F1E-D19D-4704-BC2A-A97BDCBB8B1C}" dt="2026-03-13T20:09:35.820" v="425"/>
          <ac:spMkLst>
            <pc:docMk/>
            <pc:sldMk cId="199679355" sldId="305"/>
            <ac:spMk id="12" creationId="{9D83DE42-6E97-4DE6-8CAE-71A0C95E8974}"/>
          </ac:spMkLst>
        </pc:spChg>
        <pc:spChg chg="add del mod">
          <ac:chgData name="Aryan Phadnis" userId="38d0370ab1d9cf8b" providerId="Windows Live" clId="Web-{F1FC6F1E-D19D-4704-BC2A-A97BDCBB8B1C}" dt="2026-03-13T20:09:16.617" v="421"/>
          <ac:spMkLst>
            <pc:docMk/>
            <pc:sldMk cId="199679355" sldId="305"/>
            <ac:spMk id="13" creationId="{E00243C5-63A8-41FD-AC5F-B82F3BE2769D}"/>
          </ac:spMkLst>
        </pc:spChg>
        <pc:spChg chg="mod">
          <ac:chgData name="Aryan Phadnis" userId="38d0370ab1d9cf8b" providerId="Windows Live" clId="Web-{F1FC6F1E-D19D-4704-BC2A-A97BDCBB8B1C}" dt="2026-03-13T20:09:42.695" v="426" actId="1076"/>
          <ac:spMkLst>
            <pc:docMk/>
            <pc:sldMk cId="199679355" sldId="305"/>
            <ac:spMk id="15" creationId="{3B5BCD2D-8C5B-4AA6-9D92-91CEEB731D00}"/>
          </ac:spMkLst>
        </pc:spChg>
        <pc:picChg chg="mod">
          <ac:chgData name="Aryan Phadnis" userId="38d0370ab1d9cf8b" providerId="Windows Live" clId="Web-{F1FC6F1E-D19D-4704-BC2A-A97BDCBB8B1C}" dt="2026-03-13T20:09:25.195" v="423" actId="1076"/>
          <ac:picMkLst>
            <pc:docMk/>
            <pc:sldMk cId="199679355" sldId="305"/>
            <ac:picMk id="6" creationId="{31EB3F7E-46D2-4030-923F-5B334198CAEB}"/>
          </ac:picMkLst>
        </pc:picChg>
      </pc:sldChg>
      <pc:sldChg chg="del">
        <pc:chgData name="Aryan Phadnis" userId="38d0370ab1d9cf8b" providerId="Windows Live" clId="Web-{F1FC6F1E-D19D-4704-BC2A-A97BDCBB8B1C}" dt="2026-03-13T20:10:45.602" v="427"/>
        <pc:sldMkLst>
          <pc:docMk/>
          <pc:sldMk cId="3460694604" sldId="306"/>
        </pc:sldMkLst>
      </pc:sldChg>
      <pc:sldChg chg="addSp delSp modSp">
        <pc:chgData name="Aryan Phadnis" userId="38d0370ab1d9cf8b" providerId="Windows Live" clId="Web-{F1FC6F1E-D19D-4704-BC2A-A97BDCBB8B1C}" dt="2026-03-13T20:15:09.940" v="470" actId="20577"/>
        <pc:sldMkLst>
          <pc:docMk/>
          <pc:sldMk cId="827597671" sldId="307"/>
        </pc:sldMkLst>
        <pc:spChg chg="mod">
          <ac:chgData name="Aryan Phadnis" userId="38d0370ab1d9cf8b" providerId="Windows Live" clId="Web-{F1FC6F1E-D19D-4704-BC2A-A97BDCBB8B1C}" dt="2026-03-13T20:11:06.353" v="429" actId="20577"/>
          <ac:spMkLst>
            <pc:docMk/>
            <pc:sldMk cId="827597671" sldId="307"/>
            <ac:spMk id="2" creationId="{8A4E0A63-A388-49B1-A04E-27CE9BD622EF}"/>
          </ac:spMkLst>
        </pc:spChg>
        <pc:spChg chg="add del mod">
          <ac:chgData name="Aryan Phadnis" userId="38d0370ab1d9cf8b" providerId="Windows Live" clId="Web-{F1FC6F1E-D19D-4704-BC2A-A97BDCBB8B1C}" dt="2026-03-13T20:13:20.557" v="449"/>
          <ac:spMkLst>
            <pc:docMk/>
            <pc:sldMk cId="827597671" sldId="307"/>
            <ac:spMk id="3" creationId="{005C44B1-BA82-483C-BD91-F89067442F9E}"/>
          </ac:spMkLst>
        </pc:spChg>
        <pc:spChg chg="del mod">
          <ac:chgData name="Aryan Phadnis" userId="38d0370ab1d9cf8b" providerId="Windows Live" clId="Web-{F1FC6F1E-D19D-4704-BC2A-A97BDCBB8B1C}" dt="2026-03-13T20:13:33.870" v="452"/>
          <ac:spMkLst>
            <pc:docMk/>
            <pc:sldMk cId="827597671" sldId="307"/>
            <ac:spMk id="4" creationId="{79ED4A67-3A46-4F54-A12A-EAE1B53E6457}"/>
          </ac:spMkLst>
        </pc:spChg>
        <pc:spChg chg="mod">
          <ac:chgData name="Aryan Phadnis" userId="38d0370ab1d9cf8b" providerId="Windows Live" clId="Web-{F1FC6F1E-D19D-4704-BC2A-A97BDCBB8B1C}" dt="2026-03-13T20:15:09.940" v="470" actId="20577"/>
          <ac:spMkLst>
            <pc:docMk/>
            <pc:sldMk cId="827597671" sldId="307"/>
            <ac:spMk id="5" creationId="{06E82690-B145-4D4F-B2D1-0B2A8C50FD71}"/>
          </ac:spMkLst>
        </pc:spChg>
        <pc:spChg chg="del mod">
          <ac:chgData name="Aryan Phadnis" userId="38d0370ab1d9cf8b" providerId="Windows Live" clId="Web-{F1FC6F1E-D19D-4704-BC2A-A97BDCBB8B1C}" dt="2026-03-13T20:12:31.057" v="443"/>
          <ac:spMkLst>
            <pc:docMk/>
            <pc:sldMk cId="827597671" sldId="307"/>
            <ac:spMk id="6" creationId="{7640DF9D-0C9E-4C5D-9635-6B4DE10CCEE5}"/>
          </ac:spMkLst>
        </pc:spChg>
        <pc:spChg chg="mod">
          <ac:chgData name="Aryan Phadnis" userId="38d0370ab1d9cf8b" providerId="Windows Live" clId="Web-{F1FC6F1E-D19D-4704-BC2A-A97BDCBB8B1C}" dt="2026-03-13T20:15:06.674" v="469" actId="20577"/>
          <ac:spMkLst>
            <pc:docMk/>
            <pc:sldMk cId="827597671" sldId="307"/>
            <ac:spMk id="7" creationId="{40297407-CE4E-4284-879D-AEC395713625}"/>
          </ac:spMkLst>
        </pc:spChg>
        <pc:spChg chg="del mod">
          <ac:chgData name="Aryan Phadnis" userId="38d0370ab1d9cf8b" providerId="Windows Live" clId="Web-{F1FC6F1E-D19D-4704-BC2A-A97BDCBB8B1C}" dt="2026-03-13T20:12:30.947" v="442"/>
          <ac:spMkLst>
            <pc:docMk/>
            <pc:sldMk cId="827597671" sldId="307"/>
            <ac:spMk id="8" creationId="{F5C3A7BE-F7FC-4942-A31A-491A8A806103}"/>
          </ac:spMkLst>
        </pc:spChg>
        <pc:spChg chg="mod">
          <ac:chgData name="Aryan Phadnis" userId="38d0370ab1d9cf8b" providerId="Windows Live" clId="Web-{F1FC6F1E-D19D-4704-BC2A-A97BDCBB8B1C}" dt="2026-03-13T20:15:03.190" v="468" actId="20577"/>
          <ac:spMkLst>
            <pc:docMk/>
            <pc:sldMk cId="827597671" sldId="307"/>
            <ac:spMk id="9" creationId="{95CCE699-03D1-4642-B46A-B14EF17DA183}"/>
          </ac:spMkLst>
        </pc:spChg>
        <pc:spChg chg="del mod">
          <ac:chgData name="Aryan Phadnis" userId="38d0370ab1d9cf8b" providerId="Windows Live" clId="Web-{F1FC6F1E-D19D-4704-BC2A-A97BDCBB8B1C}" dt="2026-03-13T20:12:30.838" v="441"/>
          <ac:spMkLst>
            <pc:docMk/>
            <pc:sldMk cId="827597671" sldId="307"/>
            <ac:spMk id="10" creationId="{BC1DF189-6F2F-4C21-88CC-C82D3D0D147B}"/>
          </ac:spMkLst>
        </pc:spChg>
        <pc:spChg chg="add del mod">
          <ac:chgData name="Aryan Phadnis" userId="38d0370ab1d9cf8b" providerId="Windows Live" clId="Web-{F1FC6F1E-D19D-4704-BC2A-A97BDCBB8B1C}" dt="2026-03-13T20:13:50.418" v="457"/>
          <ac:spMkLst>
            <pc:docMk/>
            <pc:sldMk cId="827597671" sldId="307"/>
            <ac:spMk id="12" creationId="{B31FF7EF-31D5-B04A-CC92-0BC5A036C4AA}"/>
          </ac:spMkLst>
        </pc:spChg>
        <pc:spChg chg="add del mod">
          <ac:chgData name="Aryan Phadnis" userId="38d0370ab1d9cf8b" providerId="Windows Live" clId="Web-{F1FC6F1E-D19D-4704-BC2A-A97BDCBB8B1C}" dt="2026-03-13T20:13:47.230" v="456"/>
          <ac:spMkLst>
            <pc:docMk/>
            <pc:sldMk cId="827597671" sldId="307"/>
            <ac:spMk id="14" creationId="{8E6E6FE2-AF0D-E168-1078-922461D64B78}"/>
          </ac:spMkLst>
        </pc:spChg>
        <pc:spChg chg="add del mod">
          <ac:chgData name="Aryan Phadnis" userId="38d0370ab1d9cf8b" providerId="Windows Live" clId="Web-{F1FC6F1E-D19D-4704-BC2A-A97BDCBB8B1C}" dt="2026-03-13T20:13:42.058" v="454"/>
          <ac:spMkLst>
            <pc:docMk/>
            <pc:sldMk cId="827597671" sldId="307"/>
            <ac:spMk id="17" creationId="{5D6908C7-2F65-6436-BCC3-83B6D4ECA94E}"/>
          </ac:spMkLst>
        </pc:spChg>
        <pc:picChg chg="mod">
          <ac:chgData name="Aryan Phadnis" userId="38d0370ab1d9cf8b" providerId="Windows Live" clId="Web-{F1FC6F1E-D19D-4704-BC2A-A97BDCBB8B1C}" dt="2026-03-13T20:11:35.025" v="432" actId="1076"/>
          <ac:picMkLst>
            <pc:docMk/>
            <pc:sldMk cId="827597671" sldId="307"/>
            <ac:picMk id="15" creationId="{B91E178C-484E-43C6-93B4-4DF1D164602C}"/>
          </ac:picMkLst>
        </pc:picChg>
      </pc:sldChg>
      <pc:sldChg chg="del">
        <pc:chgData name="Aryan Phadnis" userId="38d0370ab1d9cf8b" providerId="Windows Live" clId="Web-{F1FC6F1E-D19D-4704-BC2A-A97BDCBB8B1C}" dt="2026-03-13T20:22:45.511" v="474"/>
        <pc:sldMkLst>
          <pc:docMk/>
          <pc:sldMk cId="1689019211" sldId="309"/>
        </pc:sldMkLst>
      </pc:sldChg>
    </pc:docChg>
  </pc:docChgLst>
  <pc:docChgLst>
    <pc:chgData name="Guest User" providerId="Windows Live" clId="Web-{50503F8F-95BA-DF9F-ECF1-AAF489E2F075}"/>
    <pc:docChg chg="addSld modSld">
      <pc:chgData name="Guest User" userId="" providerId="Windows Live" clId="Web-{50503F8F-95BA-DF9F-ECF1-AAF489E2F075}" dt="2026-03-13T21:12:16.670" v="85" actId="1076"/>
      <pc:docMkLst>
        <pc:docMk/>
      </pc:docMkLst>
      <pc:sldChg chg="addSp delSp modSp new">
        <pc:chgData name="Guest User" userId="" providerId="Windows Live" clId="Web-{50503F8F-95BA-DF9F-ECF1-AAF489E2F075}" dt="2026-03-13T21:12:16.670" v="85" actId="1076"/>
        <pc:sldMkLst>
          <pc:docMk/>
          <pc:sldMk cId="2049760662" sldId="312"/>
        </pc:sldMkLst>
        <pc:spChg chg="del mod">
          <ac:chgData name="Guest User" userId="" providerId="Windows Live" clId="Web-{50503F8F-95BA-DF9F-ECF1-AAF489E2F075}" dt="2026-03-13T21:11:28.117" v="69"/>
          <ac:spMkLst>
            <pc:docMk/>
            <pc:sldMk cId="2049760662" sldId="312"/>
            <ac:spMk id="2" creationId="{A5F98A61-E7AE-5BF4-FD5F-9F2FD370288B}"/>
          </ac:spMkLst>
        </pc:spChg>
        <pc:spChg chg="mod">
          <ac:chgData name="Guest User" userId="" providerId="Windows Live" clId="Web-{50503F8F-95BA-DF9F-ECF1-AAF489E2F075}" dt="2026-03-13T21:12:03.264" v="83" actId="20577"/>
          <ac:spMkLst>
            <pc:docMk/>
            <pc:sldMk cId="2049760662" sldId="312"/>
            <ac:spMk id="3" creationId="{A0B11F5F-F078-8145-9956-E2EBD32AD443}"/>
          </ac:spMkLst>
        </pc:spChg>
        <pc:spChg chg="mod">
          <ac:chgData name="Guest User" userId="" providerId="Windows Live" clId="Web-{50503F8F-95BA-DF9F-ECF1-AAF489E2F075}" dt="2026-03-13T21:08:55.318" v="68" actId="14100"/>
          <ac:spMkLst>
            <pc:docMk/>
            <pc:sldMk cId="2049760662" sldId="312"/>
            <ac:spMk id="5" creationId="{FFD122A0-1B01-95C4-A252-89AC0556A07D}"/>
          </ac:spMkLst>
        </pc:spChg>
        <pc:spChg chg="mod">
          <ac:chgData name="Guest User" userId="" providerId="Windows Live" clId="Web-{50503F8F-95BA-DF9F-ECF1-AAF489E2F075}" dt="2026-03-13T21:07:56.724" v="62" actId="20577"/>
          <ac:spMkLst>
            <pc:docMk/>
            <pc:sldMk cId="2049760662" sldId="312"/>
            <ac:spMk id="6" creationId="{F79110DB-A417-D499-3B0C-E52ECBD94851}"/>
          </ac:spMkLst>
        </pc:spChg>
        <pc:picChg chg="add mod ord">
          <ac:chgData name="Guest User" userId="" providerId="Windows Live" clId="Web-{50503F8F-95BA-DF9F-ECF1-AAF489E2F075}" dt="2026-03-13T21:12:16.670" v="85" actId="1076"/>
          <ac:picMkLst>
            <pc:docMk/>
            <pc:sldMk cId="2049760662" sldId="312"/>
            <ac:picMk id="7" creationId="{88753C00-96AD-9C8C-F5F3-4174D40A20C5}"/>
          </ac:picMkLst>
        </pc:picChg>
      </pc:sldChg>
    </pc:docChg>
  </pc:docChgLst>
  <pc:docChgLst>
    <pc:chgData name="Aryan Phadnis" userId="38d0370ab1d9cf8b" providerId="Windows Live" clId="Web-{FC114B60-E872-4741-9346-5687BBBEC144}"/>
    <pc:docChg chg="modSld">
      <pc:chgData name="Aryan Phadnis" userId="38d0370ab1d9cf8b" providerId="Windows Live" clId="Web-{FC114B60-E872-4741-9346-5687BBBEC144}" dt="2026-03-13T21:19:24.565" v="1" actId="14100"/>
      <pc:docMkLst>
        <pc:docMk/>
      </pc:docMkLst>
      <pc:sldChg chg="modSp">
        <pc:chgData name="Aryan Phadnis" userId="38d0370ab1d9cf8b" providerId="Windows Live" clId="Web-{FC114B60-E872-4741-9346-5687BBBEC144}" dt="2026-03-13T21:19:24.565" v="1" actId="14100"/>
        <pc:sldMkLst>
          <pc:docMk/>
          <pc:sldMk cId="1472106130" sldId="270"/>
        </pc:sldMkLst>
        <pc:spChg chg="mod">
          <ac:chgData name="Aryan Phadnis" userId="38d0370ab1d9cf8b" providerId="Windows Live" clId="Web-{FC114B60-E872-4741-9346-5687BBBEC144}" dt="2026-03-13T21:19:24.565" v="1" actId="14100"/>
          <ac:spMkLst>
            <pc:docMk/>
            <pc:sldMk cId="1472106130" sldId="270"/>
            <ac:spMk id="79" creationId="{A7DD34AA-E48A-47B4-BD20-EA3CBB161EDB}"/>
          </ac:spMkLst>
        </pc:spChg>
      </pc:sldChg>
    </pc:docChg>
  </pc:docChgLst>
  <pc:docChgLst>
    <pc:chgData name="Guest User" providerId="Windows Live" clId="Web-{41C783D8-9797-5737-0224-220664750BAB}"/>
    <pc:docChg chg="modSld">
      <pc:chgData name="Guest User" userId="" providerId="Windows Live" clId="Web-{41C783D8-9797-5737-0224-220664750BAB}" dt="2026-03-13T20:46:35.790" v="14" actId="20577"/>
      <pc:docMkLst>
        <pc:docMk/>
      </pc:docMkLst>
      <pc:sldChg chg="modSp">
        <pc:chgData name="Guest User" userId="" providerId="Windows Live" clId="Web-{41C783D8-9797-5737-0224-220664750BAB}" dt="2026-03-13T20:46:35.790" v="14" actId="20577"/>
        <pc:sldMkLst>
          <pc:docMk/>
          <pc:sldMk cId="1472106130" sldId="270"/>
        </pc:sldMkLst>
        <pc:spChg chg="mod">
          <ac:chgData name="Guest User" userId="" providerId="Windows Live" clId="Web-{41C783D8-9797-5737-0224-220664750BAB}" dt="2026-03-13T20:46:26.368" v="7" actId="20577"/>
          <ac:spMkLst>
            <pc:docMk/>
            <pc:sldMk cId="1472106130" sldId="270"/>
            <ac:spMk id="2" creationId="{39605AF1-623C-4E09-AB5D-8DD0571489F6}"/>
          </ac:spMkLst>
        </pc:spChg>
        <pc:spChg chg="mod">
          <ac:chgData name="Guest User" userId="" providerId="Windows Live" clId="Web-{41C783D8-9797-5737-0224-220664750BAB}" dt="2026-03-13T20:46:35.790" v="14" actId="20577"/>
          <ac:spMkLst>
            <pc:docMk/>
            <pc:sldMk cId="1472106130" sldId="270"/>
            <ac:spMk id="16" creationId="{7A222B6F-BB67-4A4C-8885-56E895268E02}"/>
          </ac:spMkLst>
        </pc:spChg>
      </pc:sldChg>
    </pc:docChg>
  </pc:docChgLst>
  <pc:docChgLst>
    <pc:chgData name="Guest User" providerId="Windows Live" clId="Web-{EDAECA6D-B376-81DA-A6A1-26E07D49FEA6}"/>
    <pc:docChg chg="modSld">
      <pc:chgData name="Guest User" userId="" providerId="Windows Live" clId="Web-{EDAECA6D-B376-81DA-A6A1-26E07D49FEA6}" dt="2026-03-13T21:01:31.474" v="22" actId="14100"/>
      <pc:docMkLst>
        <pc:docMk/>
      </pc:docMkLst>
      <pc:sldChg chg="modSp">
        <pc:chgData name="Guest User" userId="" providerId="Windows Live" clId="Web-{EDAECA6D-B376-81DA-A6A1-26E07D49FEA6}" dt="2026-03-13T21:01:31.474" v="22" actId="14100"/>
        <pc:sldMkLst>
          <pc:docMk/>
          <pc:sldMk cId="831733384" sldId="301"/>
        </pc:sldMkLst>
        <pc:spChg chg="mod">
          <ac:chgData name="Guest User" userId="" providerId="Windows Live" clId="Web-{EDAECA6D-B376-81DA-A6A1-26E07D49FEA6}" dt="2026-03-13T21:01:31.474" v="22" actId="14100"/>
          <ac:spMkLst>
            <pc:docMk/>
            <pc:sldMk cId="831733384" sldId="301"/>
            <ac:spMk id="3" creationId="{35E3EA69-4E0E-41BD-8095-A124225A2647}"/>
          </ac:spMkLst>
        </pc:spChg>
      </pc:sldChg>
      <pc:sldChg chg="modSp">
        <pc:chgData name="Guest User" userId="" providerId="Windows Live" clId="Web-{EDAECA6D-B376-81DA-A6A1-26E07D49FEA6}" dt="2026-03-13T20:56:17.384" v="11" actId="20577"/>
        <pc:sldMkLst>
          <pc:docMk/>
          <pc:sldMk cId="2756819046" sldId="311"/>
        </pc:sldMkLst>
        <pc:spChg chg="mod">
          <ac:chgData name="Guest User" userId="" providerId="Windows Live" clId="Web-{EDAECA6D-B376-81DA-A6A1-26E07D49FEA6}" dt="2026-03-13T20:56:17.384" v="11" actId="20577"/>
          <ac:spMkLst>
            <pc:docMk/>
            <pc:sldMk cId="2756819046" sldId="311"/>
            <ac:spMk id="23" creationId="{80E486CF-8877-4DB4-98D3-2CD9F1CB339E}"/>
          </ac:spMkLst>
        </pc:spChg>
        <pc:spChg chg="mod">
          <ac:chgData name="Guest User" userId="" providerId="Windows Live" clId="Web-{EDAECA6D-B376-81DA-A6A1-26E07D49FEA6}" dt="2026-03-13T20:55:24.962" v="6" actId="14100"/>
          <ac:spMkLst>
            <pc:docMk/>
            <pc:sldMk cId="2756819046" sldId="311"/>
            <ac:spMk id="28" creationId="{0648DE95-334E-46CE-B3A6-AEEB61BA16E7}"/>
          </ac:spMkLst>
        </pc:spChg>
      </pc:sldChg>
    </pc:docChg>
  </pc:docChgLst>
  <pc:docChgLst>
    <pc:chgData name="Guest User" providerId="Windows Live" clId="Web-{E8BBF9A8-4AD0-71DF-F36F-41D14B0FDF2E}"/>
    <pc:docChg chg="delSld modSld">
      <pc:chgData name="Guest User" userId="" providerId="Windows Live" clId="Web-{E8BBF9A8-4AD0-71DF-F36F-41D14B0FDF2E}" dt="2026-03-13T20:54:03.853" v="95" actId="20577"/>
      <pc:docMkLst>
        <pc:docMk/>
      </pc:docMkLst>
      <pc:sldChg chg="modSp">
        <pc:chgData name="Guest User" userId="" providerId="Windows Live" clId="Web-{E8BBF9A8-4AD0-71DF-F36F-41D14B0FDF2E}" dt="2026-03-13T20:50:37.582" v="51" actId="1076"/>
        <pc:sldMkLst>
          <pc:docMk/>
          <pc:sldMk cId="1472106130" sldId="270"/>
        </pc:sldMkLst>
        <pc:spChg chg="mod">
          <ac:chgData name="Guest User" userId="" providerId="Windows Live" clId="Web-{E8BBF9A8-4AD0-71DF-F36F-41D14B0FDF2E}" dt="2026-03-13T20:48:40.655" v="20" actId="20577"/>
          <ac:spMkLst>
            <pc:docMk/>
            <pc:sldMk cId="1472106130" sldId="270"/>
            <ac:spMk id="10" creationId="{BAD4C9E1-F442-4E77-AD43-98B4169C160C}"/>
          </ac:spMkLst>
        </pc:spChg>
        <pc:spChg chg="mod">
          <ac:chgData name="Guest User" userId="" providerId="Windows Live" clId="Web-{E8BBF9A8-4AD0-71DF-F36F-41D14B0FDF2E}" dt="2026-03-13T20:49:28.532" v="32" actId="20577"/>
          <ac:spMkLst>
            <pc:docMk/>
            <pc:sldMk cId="1472106130" sldId="270"/>
            <ac:spMk id="11" creationId="{BC314248-E087-48C3-891A-BF11C1EE1F0B}"/>
          </ac:spMkLst>
        </pc:spChg>
        <pc:spChg chg="mod">
          <ac:chgData name="Guest User" userId="" providerId="Windows Live" clId="Web-{E8BBF9A8-4AD0-71DF-F36F-41D14B0FDF2E}" dt="2026-03-13T20:49:40.267" v="35" actId="20577"/>
          <ac:spMkLst>
            <pc:docMk/>
            <pc:sldMk cId="1472106130" sldId="270"/>
            <ac:spMk id="12" creationId="{16D8C892-AFAE-46DF-8A54-B8C979482F0F}"/>
          </ac:spMkLst>
        </pc:spChg>
        <pc:spChg chg="mod">
          <ac:chgData name="Guest User" userId="" providerId="Windows Live" clId="Web-{E8BBF9A8-4AD0-71DF-F36F-41D14B0FDF2E}" dt="2026-03-13T20:50:15.737" v="46" actId="20577"/>
          <ac:spMkLst>
            <pc:docMk/>
            <pc:sldMk cId="1472106130" sldId="270"/>
            <ac:spMk id="13" creationId="{41BDCA60-2625-4B36-96B1-2B050A7C734F}"/>
          </ac:spMkLst>
        </pc:spChg>
        <pc:spChg chg="mod">
          <ac:chgData name="Guest User" userId="" providerId="Windows Live" clId="Web-{E8BBF9A8-4AD0-71DF-F36F-41D14B0FDF2E}" dt="2026-03-13T20:50:37.582" v="51" actId="1076"/>
          <ac:spMkLst>
            <pc:docMk/>
            <pc:sldMk cId="1472106130" sldId="270"/>
            <ac:spMk id="14" creationId="{96255A71-CEF2-4F63-A0C4-DC367B56213B}"/>
          </ac:spMkLst>
        </pc:spChg>
        <pc:spChg chg="mod">
          <ac:chgData name="Guest User" userId="" providerId="Windows Live" clId="Web-{E8BBF9A8-4AD0-71DF-F36F-41D14B0FDF2E}" dt="2026-03-13T20:48:30.827" v="19" actId="14100"/>
          <ac:spMkLst>
            <pc:docMk/>
            <pc:sldMk cId="1472106130" sldId="270"/>
            <ac:spMk id="79" creationId="{A7DD34AA-E48A-47B4-BD20-EA3CBB161EDB}"/>
          </ac:spMkLst>
        </pc:spChg>
      </pc:sldChg>
      <pc:sldChg chg="del">
        <pc:chgData name="Guest User" userId="" providerId="Windows Live" clId="Web-{E8BBF9A8-4AD0-71DF-F36F-41D14B0FDF2E}" dt="2026-03-13T20:50:53.238" v="52"/>
        <pc:sldMkLst>
          <pc:docMk/>
          <pc:sldMk cId="3435056668" sldId="287"/>
        </pc:sldMkLst>
      </pc:sldChg>
      <pc:sldChg chg="modSp">
        <pc:chgData name="Guest User" userId="" providerId="Windows Live" clId="Web-{E8BBF9A8-4AD0-71DF-F36F-41D14B0FDF2E}" dt="2026-03-13T20:53:37.868" v="88" actId="20577"/>
        <pc:sldMkLst>
          <pc:docMk/>
          <pc:sldMk cId="1839708034" sldId="310"/>
        </pc:sldMkLst>
        <pc:spChg chg="mod">
          <ac:chgData name="Guest User" userId="" providerId="Windows Live" clId="Web-{E8BBF9A8-4AD0-71DF-F36F-41D14B0FDF2E}" dt="2026-03-13T20:53:37.868" v="88" actId="20577"/>
          <ac:spMkLst>
            <pc:docMk/>
            <pc:sldMk cId="1839708034" sldId="310"/>
            <ac:spMk id="34" creationId="{17B7CBFC-65A2-4AB4-BE48-C580D13CAE3B}"/>
          </ac:spMkLst>
        </pc:spChg>
        <pc:spChg chg="mod">
          <ac:chgData name="Guest User" userId="" providerId="Windows Live" clId="Web-{E8BBF9A8-4AD0-71DF-F36F-41D14B0FDF2E}" dt="2026-03-13T20:52:51.788" v="72" actId="14100"/>
          <ac:spMkLst>
            <pc:docMk/>
            <pc:sldMk cId="1839708034" sldId="310"/>
            <ac:spMk id="36" creationId="{D2B40CBE-DEC8-4A9F-AF68-3DABE42C7EE3}"/>
          </ac:spMkLst>
        </pc:spChg>
      </pc:sldChg>
      <pc:sldChg chg="modSp">
        <pc:chgData name="Guest User" userId="" providerId="Windows Live" clId="Web-{E8BBF9A8-4AD0-71DF-F36F-41D14B0FDF2E}" dt="2026-03-13T20:54:03.853" v="95" actId="20577"/>
        <pc:sldMkLst>
          <pc:docMk/>
          <pc:sldMk cId="2756819046" sldId="311"/>
        </pc:sldMkLst>
        <pc:spChg chg="mod">
          <ac:chgData name="Guest User" userId="" providerId="Windows Live" clId="Web-{E8BBF9A8-4AD0-71DF-F36F-41D14B0FDF2E}" dt="2026-03-13T20:54:03.853" v="95" actId="20577"/>
          <ac:spMkLst>
            <pc:docMk/>
            <pc:sldMk cId="2756819046" sldId="311"/>
            <ac:spMk id="28" creationId="{0648DE95-334E-46CE-B3A6-AEEB61BA16E7}"/>
          </ac:spMkLst>
        </pc:spChg>
      </pc:sldChg>
    </pc:docChg>
  </pc:docChgLst>
  <pc:docChgLst>
    <pc:chgData name="Guest User" providerId="Windows Live" clId="Web-{8D104C49-E12C-91A9-9219-748488777B3B}"/>
    <pc:docChg chg="delSld modSld">
      <pc:chgData name="Guest User" userId="" providerId="Windows Live" clId="Web-{8D104C49-E12C-91A9-9219-748488777B3B}" dt="2026-03-13T20:44:13.334" v="71"/>
      <pc:docMkLst>
        <pc:docMk/>
      </pc:docMkLst>
      <pc:sldChg chg="del">
        <pc:chgData name="Guest User" userId="" providerId="Windows Live" clId="Web-{8D104C49-E12C-91A9-9219-748488777B3B}" dt="2026-03-13T20:44:13.334" v="71"/>
        <pc:sldMkLst>
          <pc:docMk/>
          <pc:sldMk cId="3477453048" sldId="282"/>
        </pc:sldMkLst>
      </pc:sldChg>
      <pc:sldChg chg="delSp modSp">
        <pc:chgData name="Guest User" userId="" providerId="Windows Live" clId="Web-{8D104C49-E12C-91A9-9219-748488777B3B}" dt="2026-03-13T20:40:49.546" v="44" actId="20577"/>
        <pc:sldMkLst>
          <pc:docMk/>
          <pc:sldMk cId="698293998" sldId="285"/>
        </pc:sldMkLst>
        <pc:spChg chg="mod">
          <ac:chgData name="Guest User" userId="" providerId="Windows Live" clId="Web-{8D104C49-E12C-91A9-9219-748488777B3B}" dt="2026-03-13T20:39:55.310" v="26" actId="14100"/>
          <ac:spMkLst>
            <pc:docMk/>
            <pc:sldMk cId="698293998" sldId="285"/>
            <ac:spMk id="2" creationId="{2972E633-D3D4-4B6D-909F-937FED844C4A}"/>
          </ac:spMkLst>
        </pc:spChg>
        <pc:spChg chg="mod">
          <ac:chgData name="Guest User" userId="" providerId="Windows Live" clId="Web-{8D104C49-E12C-91A9-9219-748488777B3B}" dt="2026-03-13T20:40:49.546" v="44" actId="20577"/>
          <ac:spMkLst>
            <pc:docMk/>
            <pc:sldMk cId="698293998" sldId="285"/>
            <ac:spMk id="5" creationId="{F8657664-A458-4DDD-ACC2-1D87FCD6FCA9}"/>
          </ac:spMkLst>
        </pc:spChg>
        <pc:spChg chg="del mod">
          <ac:chgData name="Guest User" userId="" providerId="Windows Live" clId="Web-{8D104C49-E12C-91A9-9219-748488777B3B}" dt="2026-03-13T20:38:48.326" v="20"/>
          <ac:spMkLst>
            <pc:docMk/>
            <pc:sldMk cId="698293998" sldId="285"/>
            <ac:spMk id="7" creationId="{578017FE-712E-4E95-B483-B700F1AA4B2A}"/>
          </ac:spMkLst>
        </pc:spChg>
        <pc:spChg chg="mod">
          <ac:chgData name="Guest User" userId="" providerId="Windows Live" clId="Web-{8D104C49-E12C-91A9-9219-748488777B3B}" dt="2026-03-13T20:40:19.358" v="29" actId="20577"/>
          <ac:spMkLst>
            <pc:docMk/>
            <pc:sldMk cId="698293998" sldId="285"/>
            <ac:spMk id="10" creationId="{14671EBE-B721-4278-A276-75F44D556D20}"/>
          </ac:spMkLst>
        </pc:spChg>
      </pc:sldChg>
      <pc:sldChg chg="modSp del">
        <pc:chgData name="Guest User" userId="" providerId="Windows Live" clId="Web-{8D104C49-E12C-91A9-9219-748488777B3B}" dt="2026-03-13T20:43:53.974" v="70"/>
        <pc:sldMkLst>
          <pc:docMk/>
          <pc:sldMk cId="2949032399" sldId="286"/>
        </pc:sldMkLst>
        <pc:spChg chg="mod">
          <ac:chgData name="Guest User" userId="" providerId="Windows Live" clId="Web-{8D104C49-E12C-91A9-9219-748488777B3B}" dt="2026-03-13T20:43:05.018" v="66" actId="20577"/>
          <ac:spMkLst>
            <pc:docMk/>
            <pc:sldMk cId="2949032399" sldId="286"/>
            <ac:spMk id="11" creationId="{B1B29E87-9C2C-400B-834D-4E4BD6E944D0}"/>
          </ac:spMkLst>
        </pc:spChg>
        <pc:graphicFrameChg chg="mod modGraphic">
          <ac:chgData name="Guest User" userId="" providerId="Windows Live" clId="Web-{8D104C49-E12C-91A9-9219-748488777B3B}" dt="2026-03-13T20:43:16.940" v="69"/>
          <ac:graphicFrameMkLst>
            <pc:docMk/>
            <pc:sldMk cId="2949032399" sldId="286"/>
            <ac:graphicFrameMk id="9" creationId="{4FEE1642-B122-4C8C-812B-30F133EF6C27}"/>
          </ac:graphicFrameMkLst>
        </pc:graphicFrameChg>
      </pc:sldChg>
      <pc:sldChg chg="del">
        <pc:chgData name="Guest User" userId="" providerId="Windows Live" clId="Web-{8D104C49-E12C-91A9-9219-748488777B3B}" dt="2026-03-13T20:42:50.830" v="63"/>
        <pc:sldMkLst>
          <pc:docMk/>
          <pc:sldMk cId="829362705" sldId="289"/>
        </pc:sldMkLst>
      </pc:sldChg>
      <pc:sldChg chg="delSp modSp del">
        <pc:chgData name="Guest User" userId="" providerId="Windows Live" clId="Web-{8D104C49-E12C-91A9-9219-748488777B3B}" dt="2026-03-13T20:42:46.221" v="62"/>
        <pc:sldMkLst>
          <pc:docMk/>
          <pc:sldMk cId="3048236649" sldId="290"/>
        </pc:sldMkLst>
        <pc:spChg chg="mod">
          <ac:chgData name="Guest User" userId="" providerId="Windows Live" clId="Web-{8D104C49-E12C-91A9-9219-748488777B3B}" dt="2026-03-13T20:41:44.955" v="50" actId="20577"/>
          <ac:spMkLst>
            <pc:docMk/>
            <pc:sldMk cId="3048236649" sldId="290"/>
            <ac:spMk id="2" creationId="{935C0770-A36E-4500-AA2E-F3DE8416AD1E}"/>
          </ac:spMkLst>
        </pc:spChg>
        <pc:spChg chg="del mod">
          <ac:chgData name="Guest User" userId="" providerId="Windows Live" clId="Web-{8D104C49-E12C-91A9-9219-748488777B3B}" dt="2026-03-13T20:42:05.705" v="59"/>
          <ac:spMkLst>
            <pc:docMk/>
            <pc:sldMk cId="3048236649" sldId="290"/>
            <ac:spMk id="5" creationId="{AB97FAAF-FD5C-4EDE-A2D8-148266453488}"/>
          </ac:spMkLst>
        </pc:spChg>
        <pc:spChg chg="mod">
          <ac:chgData name="Guest User" userId="" providerId="Windows Live" clId="Web-{8D104C49-E12C-91A9-9219-748488777B3B}" dt="2026-03-13T20:42:12.768" v="61" actId="20577"/>
          <ac:spMkLst>
            <pc:docMk/>
            <pc:sldMk cId="3048236649" sldId="290"/>
            <ac:spMk id="6" creationId="{7F0BD43D-EBFD-48E7-A1D3-EB9228D4C58B}"/>
          </ac:spMkLst>
        </pc:spChg>
      </pc:sldChg>
    </pc:docChg>
  </pc:docChgLst>
  <pc:docChgLst>
    <pc:chgData clId="Web-{E8BBF9A8-4AD0-71DF-F36F-41D14B0FDF2E}"/>
    <pc:docChg chg="modSld">
      <pc:chgData name="" userId="" providerId="" clId="Web-{E8BBF9A8-4AD0-71DF-F36F-41D14B0FDF2E}" dt="2026-03-13T20:47:35.840" v="0" actId="20577"/>
      <pc:docMkLst>
        <pc:docMk/>
      </pc:docMkLst>
      <pc:sldChg chg="modSp">
        <pc:chgData name="" userId="" providerId="" clId="Web-{E8BBF9A8-4AD0-71DF-F36F-41D14B0FDF2E}" dt="2026-03-13T20:47:35.840" v="0" actId="20577"/>
        <pc:sldMkLst>
          <pc:docMk/>
          <pc:sldMk cId="1472106130" sldId="270"/>
        </pc:sldMkLst>
        <pc:spChg chg="mod">
          <ac:chgData name="" userId="" providerId="" clId="Web-{E8BBF9A8-4AD0-71DF-F36F-41D14B0FDF2E}" dt="2026-03-13T20:47:35.840" v="0" actId="20577"/>
          <ac:spMkLst>
            <pc:docMk/>
            <pc:sldMk cId="1472106130" sldId="270"/>
            <ac:spMk id="79" creationId="{A7DD34AA-E48A-47B4-BD20-EA3CBB161E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86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5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4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/>
              <a:t>1</a:t>
            </a:r>
            <a:endParaRPr lang="en-ZA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/>
              <a:t>2</a:t>
            </a:r>
            <a:endParaRPr lang="en-ZA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/>
              <a:t>3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/>
              <a:t>1</a:t>
            </a:r>
            <a:endParaRPr lang="en-ZA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/>
              <a:t>2</a:t>
            </a:r>
            <a:endParaRPr lang="en-ZA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/>
              <a:t>3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2</a:t>
            </a:r>
            <a:endParaRPr lang="en-ZA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3</a:t>
            </a:r>
            <a:endParaRPr lang="en-ZA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Bullet 4</a:t>
            </a:r>
            <a:endParaRPr lang="en-Z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Item Title</a:t>
            </a:r>
            <a:endParaRPr lang="en-ZA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219" y="4866046"/>
            <a:ext cx="9144000" cy="1107959"/>
          </a:xfrm>
        </p:spPr>
        <p:txBody>
          <a:bodyPr anchor="b"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Google My Business (GMB) Optimization for Local SEO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photo of person using laptop">
            <a:extLst>
              <a:ext uri="{FF2B5EF4-FFF2-40B4-BE49-F238E27FC236}">
                <a16:creationId xmlns:a16="http://schemas.microsoft.com/office/drawing/2014/main" id="{580459A6-74F1-49C9-B51B-9878E21EB1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0"/>
            <a:ext cx="11961813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ZA"/>
              <a:t>ABOUT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082" y="4057784"/>
            <a:ext cx="5474297" cy="2476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Name:</a:t>
            </a:r>
            <a:r>
              <a:rPr lang="en-US" sz="2400">
                <a:ea typeface="+mn-lt"/>
                <a:cs typeface="+mn-lt"/>
              </a:rPr>
              <a:t> Aryan Phadnis</a:t>
            </a:r>
          </a:p>
          <a:p>
            <a:br>
              <a:rPr lang="en-US" sz="20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Course:</a:t>
            </a:r>
            <a:r>
              <a:rPr lang="en-US" sz="2400">
                <a:ea typeface="+mn-lt"/>
                <a:cs typeface="+mn-lt"/>
              </a:rPr>
              <a:t> Digital Marketing</a:t>
            </a:r>
          </a:p>
          <a:p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b="1">
                <a:ea typeface="+mn-lt"/>
                <a:cs typeface="+mn-lt"/>
              </a:rPr>
              <a:t>Project:</a:t>
            </a:r>
            <a:r>
              <a:rPr lang="en-US" sz="2400">
                <a:ea typeface="+mn-lt"/>
                <a:cs typeface="+mn-lt"/>
              </a:rPr>
              <a:t> Google My Business (GMB) Optimization for Local SEO</a:t>
            </a:r>
            <a:endParaRPr lang="en-US" sz="2400">
              <a:ea typeface="Source Sans Pr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/>
              <a:t>Pitch deck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57CCB72-3874-46DE-9CF8-8C39DE3D26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83173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image of bar graphs">
            <a:extLst>
              <a:ext uri="{FF2B5EF4-FFF2-40B4-BE49-F238E27FC236}">
                <a16:creationId xmlns:a16="http://schemas.microsoft.com/office/drawing/2014/main" id="{B1240E7A-9EE3-4AD7-AC70-53A1C0C7D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8562475" cy="1325563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6363A03-E425-4DF0-A245-F0EEE2D043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</p:spPr>
        <p:txBody>
          <a:bodyPr vert="horz" lIns="1005840" tIns="502920" rIns="91440" bIns="45720" rtlCol="0" anchor="t">
            <a:noAutofit/>
          </a:bodyPr>
          <a:lstStyle/>
          <a:p>
            <a:r>
              <a:rPr lang="en-US">
                <a:ea typeface="+mj-lt"/>
                <a:cs typeface="+mj-lt"/>
              </a:rPr>
              <a:t>• In today’s digital era, most customers search online before purchasing any product or visiting a store.</a:t>
            </a:r>
            <a:br>
              <a:rPr lang="en-US"/>
            </a:b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• Search engines help users find nearby businesses quickly and easily.</a:t>
            </a:r>
            <a:br>
              <a:rPr lang="en-US">
                <a:ea typeface="+mj-lt"/>
                <a:cs typeface="+mj-lt"/>
              </a:rPr>
            </a:b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• For local businesses, having a strong online presence is very important to attract customers.</a:t>
            </a:r>
            <a:br>
              <a:rPr lang="en-US"/>
            </a:b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• </a:t>
            </a:r>
            <a:r>
              <a:rPr lang="en-US" b="1">
                <a:ea typeface="+mj-lt"/>
                <a:cs typeface="+mj-lt"/>
              </a:rPr>
              <a:t>Google My Business</a:t>
            </a:r>
            <a:r>
              <a:rPr lang="en-US">
                <a:ea typeface="+mj-lt"/>
                <a:cs typeface="+mj-lt"/>
              </a:rPr>
              <a:t> allows businesses to appear on </a:t>
            </a:r>
            <a:r>
              <a:rPr lang="en-US" b="1">
                <a:ea typeface="+mj-lt"/>
                <a:cs typeface="+mj-lt"/>
              </a:rPr>
              <a:t>Google</a:t>
            </a:r>
            <a:r>
              <a:rPr lang="en-US">
                <a:ea typeface="+mj-lt"/>
                <a:cs typeface="+mj-lt"/>
              </a:rPr>
              <a:t> search results and </a:t>
            </a:r>
            <a:r>
              <a:rPr lang="en-US" b="1">
                <a:ea typeface="+mj-lt"/>
                <a:cs typeface="+mj-lt"/>
              </a:rPr>
              <a:t>Google Maps</a:t>
            </a:r>
            <a:r>
              <a:rPr lang="en-US">
                <a:ea typeface="+mj-lt"/>
                <a:cs typeface="+mj-lt"/>
              </a:rPr>
              <a:t>.</a:t>
            </a:r>
            <a:br>
              <a:rPr lang="en-US">
                <a:ea typeface="+mj-lt"/>
                <a:cs typeface="+mj-lt"/>
              </a:rPr>
            </a:b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• With proper optimization, businesses can improve their local search visibility and reach more potential customers.</a:t>
            </a:r>
            <a:br>
              <a:rPr lang="en-US">
                <a:ea typeface="+mj-lt"/>
                <a:cs typeface="+mj-lt"/>
              </a:rPr>
            </a:br>
            <a:br>
              <a:rPr lang="en-US">
                <a:ea typeface="+mj-lt"/>
                <a:cs typeface="+mj-lt"/>
              </a:rPr>
            </a:b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178A14-FF95-463C-89E7-D71BB431EA6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4399" y="5036439"/>
            <a:ext cx="3886200" cy="73760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150" name="Footer Placeholder 149">
            <a:extLst>
              <a:ext uri="{FF2B5EF4-FFF2-40B4-BE49-F238E27FC236}">
                <a16:creationId xmlns:a16="http://schemas.microsoft.com/office/drawing/2014/main" id="{BF3830E9-8071-46F4-9061-47A9D527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884872" y="5594350"/>
            <a:ext cx="4114800" cy="365125"/>
          </a:xfrm>
        </p:spPr>
        <p:txBody>
          <a:bodyPr/>
          <a:lstStyle/>
          <a:p>
            <a:r>
              <a:rPr lang="en-US"/>
              <a:t>Pe</a:t>
            </a:r>
          </a:p>
        </p:txBody>
      </p:sp>
    </p:spTree>
    <p:extLst>
      <p:ext uri="{BB962C8B-B14F-4D97-AF65-F5344CB8AC3E}">
        <p14:creationId xmlns:p14="http://schemas.microsoft.com/office/powerpoint/2010/main" val="32383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854" y="221351"/>
            <a:ext cx="5103007" cy="1325563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What is 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Google My Business</a:t>
            </a:r>
            <a:endParaRPr lang="en-US"/>
          </a:p>
        </p:txBody>
      </p:sp>
      <p:pic>
        <p:nvPicPr>
          <p:cNvPr id="7" name="Picture Placeholder 6" descr="Man working on laptop sitting by the window">
            <a:extLst>
              <a:ext uri="{FF2B5EF4-FFF2-40B4-BE49-F238E27FC236}">
                <a16:creationId xmlns:a16="http://schemas.microsoft.com/office/drawing/2014/main" id="{32F765DF-EED6-463B-813A-9D13C1F84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3630" y="548640"/>
            <a:ext cx="4389120" cy="5760720"/>
          </a:xfr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3DDEB93-8628-4CD2-969D-1108E86844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7961" y="2250156"/>
            <a:ext cx="6270829" cy="20634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•</a:t>
            </a:r>
            <a:r>
              <a:rPr lang="en-US" sz="2000" b="1">
                <a:ea typeface="+mn-lt"/>
                <a:cs typeface="+mn-lt"/>
              </a:rPr>
              <a:t> Google My Business</a:t>
            </a:r>
            <a:r>
              <a:rPr lang="en-US" sz="2000">
                <a:ea typeface="+mn-lt"/>
                <a:cs typeface="+mn-lt"/>
              </a:rPr>
              <a:t> is a free tool by Google.</a:t>
            </a:r>
            <a:br>
              <a:rPr lang="en-US" sz="2000">
                <a:ea typeface="+mn-lt"/>
                <a:cs typeface="+mn-lt"/>
              </a:rPr>
            </a:b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Helps businesses manage their online presence.</a:t>
            </a:r>
            <a:br>
              <a:rPr lang="en-US" sz="2000">
                <a:ea typeface="+mn-lt"/>
                <a:cs typeface="+mn-lt"/>
              </a:rPr>
            </a:br>
            <a:br>
              <a:rPr lang="en-US" sz="200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 • Shows business details on search results.</a:t>
            </a:r>
            <a:endParaRPr lang="en-US" sz="200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19619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coins on a table&#10;">
            <a:extLst>
              <a:ext uri="{FF2B5EF4-FFF2-40B4-BE49-F238E27FC236}">
                <a16:creationId xmlns:a16="http://schemas.microsoft.com/office/drawing/2014/main" id="{A78432FC-7702-44D2-9799-5CC8D3D0C0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-14377"/>
            <a:ext cx="1218882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8957"/>
            <a:ext cx="4032504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is 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Local SEO</a:t>
            </a:r>
            <a:endParaRPr lang="en-US" err="1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1B0752-C624-457B-B12B-B88C90BBA8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6234" y="1522412"/>
            <a:ext cx="6754482" cy="345919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sz="2000">
                <a:ea typeface="+mn-lt"/>
                <a:cs typeface="+mn-lt"/>
              </a:rPr>
              <a:t>• Local SEO improves business visibility in local search results.</a:t>
            </a:r>
            <a:br>
              <a:rPr lang="en-ZA" sz="2000">
                <a:ea typeface="+mn-lt"/>
                <a:cs typeface="+mn-lt"/>
              </a:rPr>
            </a:br>
            <a:br>
              <a:rPr lang="en-ZA" sz="2000">
                <a:ea typeface="+mn-lt"/>
                <a:cs typeface="+mn-lt"/>
              </a:rPr>
            </a:br>
            <a:r>
              <a:rPr lang="en-ZA" sz="2000">
                <a:ea typeface="+mn-lt"/>
                <a:cs typeface="+mn-lt"/>
              </a:rPr>
              <a:t> • Helps nearby customers find local businesses.</a:t>
            </a:r>
            <a:br>
              <a:rPr lang="en-ZA" sz="2000">
                <a:ea typeface="+mn-lt"/>
                <a:cs typeface="+mn-lt"/>
              </a:rPr>
            </a:br>
            <a:br>
              <a:rPr lang="en-ZA" sz="2000">
                <a:ea typeface="+mn-lt"/>
                <a:cs typeface="+mn-lt"/>
              </a:rPr>
            </a:br>
            <a:r>
              <a:rPr lang="en-ZA" sz="2000">
                <a:ea typeface="+mn-lt"/>
                <a:cs typeface="+mn-lt"/>
              </a:rPr>
              <a:t> • Important for small and local stores.</a:t>
            </a:r>
            <a:endParaRPr lang="en-US" sz="2000">
              <a:ea typeface="Source Sans Pro"/>
            </a:endParaRPr>
          </a:p>
          <a:p>
            <a:pPr marL="342900" indent="-342900">
              <a:buChar char="•"/>
            </a:pPr>
            <a:endParaRPr lang="en-ZA" sz="2000">
              <a:ea typeface="+mn-lt"/>
              <a:cs typeface="+mn-lt"/>
            </a:endParaRPr>
          </a:p>
          <a:p>
            <a:pPr marL="342900" indent="-342900">
              <a:buChar char="•"/>
            </a:pPr>
            <a:r>
              <a:rPr lang="en-ZA" sz="2000">
                <a:ea typeface="Source Sans Pro"/>
              </a:rPr>
              <a:t>Your business details should be consistent across all platforms like websites, directories, and </a:t>
            </a:r>
            <a:r>
              <a:rPr lang="en-ZA" sz="2000" err="1">
                <a:ea typeface="Source Sans Pro"/>
              </a:rPr>
              <a:t>socia</a:t>
            </a:r>
            <a:r>
              <a:rPr lang="en-ZA" sz="2000">
                <a:ea typeface="Source Sans Pro"/>
              </a:rPr>
              <a:t>l media</a:t>
            </a:r>
          </a:p>
          <a:p>
            <a:endParaRPr lang="en-ZA" sz="2000">
              <a:ea typeface="Source Sans Pro"/>
            </a:endParaRPr>
          </a:p>
          <a:p>
            <a:endParaRPr lang="en-ZA" sz="2000">
              <a:ea typeface="Source Sans Pro"/>
            </a:endParaRPr>
          </a:p>
          <a:p>
            <a:endParaRPr lang="en-ZA" sz="2000">
              <a:ea typeface="Source Sans Pro"/>
            </a:endParaRPr>
          </a:p>
          <a:p>
            <a:endParaRPr lang="en-ZA" sz="2000">
              <a:ea typeface="Source Sans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sz="2000">
              <a:ea typeface="Source Sans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sz="2000">
              <a:ea typeface="Source Sans Pr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ZA" sz="2000" b="1">
              <a:ea typeface="Source Sans Pro"/>
            </a:endParaRPr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839DF259-1923-4D25-955A-2AFFAE8B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8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photo of a man in a meeting&#10;">
            <a:extLst>
              <a:ext uri="{FF2B5EF4-FFF2-40B4-BE49-F238E27FC236}">
                <a16:creationId xmlns:a16="http://schemas.microsoft.com/office/drawing/2014/main" id="{31EB3F7E-46D2-4030-923F-5B334198CA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0"/>
            <a:ext cx="11961813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Importance of </a:t>
            </a:r>
            <a:br>
              <a:rPr lang="en-US">
                <a:ea typeface="+mj-lt"/>
                <a:cs typeface="+mj-lt"/>
              </a:rPr>
            </a:br>
            <a:r>
              <a:rPr lang="en-US">
                <a:ea typeface="+mj-lt"/>
                <a:cs typeface="+mj-lt"/>
              </a:rPr>
              <a:t>Local SEO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2000292"/>
            <a:ext cx="3162299" cy="34099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sz="2000">
                <a:ea typeface="+mn-lt"/>
                <a:cs typeface="+mn-lt"/>
              </a:rPr>
              <a:t>• Attracts local customers.</a:t>
            </a:r>
            <a:br>
              <a:rPr lang="en-ZA" sz="2000">
                <a:ea typeface="+mn-lt"/>
                <a:cs typeface="+mn-lt"/>
              </a:rPr>
            </a:br>
            <a:br>
              <a:rPr lang="en-ZA" sz="2000">
                <a:ea typeface="+mn-lt"/>
                <a:cs typeface="+mn-lt"/>
              </a:rPr>
            </a:br>
            <a:r>
              <a:rPr lang="en-ZA" sz="2000">
                <a:ea typeface="+mn-lt"/>
                <a:cs typeface="+mn-lt"/>
              </a:rPr>
              <a:t> • Increases store visits.</a:t>
            </a:r>
            <a:br>
              <a:rPr lang="en-ZA" sz="2000">
                <a:ea typeface="+mn-lt"/>
                <a:cs typeface="+mn-lt"/>
              </a:rPr>
            </a:br>
            <a:br>
              <a:rPr lang="en-ZA" sz="2000">
                <a:ea typeface="+mn-lt"/>
                <a:cs typeface="+mn-lt"/>
              </a:rPr>
            </a:br>
            <a:r>
              <a:rPr lang="en-ZA" sz="2000">
                <a:ea typeface="+mn-lt"/>
                <a:cs typeface="+mn-lt"/>
              </a:rPr>
              <a:t> • Improves online visibility.</a:t>
            </a:r>
            <a:endParaRPr lang="en-US" sz="2000">
              <a:ea typeface="Source Sans Pro"/>
            </a:endParaRPr>
          </a:p>
          <a:p>
            <a:endParaRPr lang="en-ZA" sz="2000">
              <a:ea typeface="Source Sans Pro"/>
            </a:endParaRPr>
          </a:p>
          <a:p>
            <a:endParaRPr lang="en-US" sz="2000">
              <a:ea typeface="Source Sans Pro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5BCD2D-8C5B-4AA6-9D92-91CEEB731D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35" y="5413190"/>
            <a:ext cx="6958584" cy="1371600"/>
          </a:xfrm>
        </p:spPr>
        <p:txBody>
          <a:bodyPr/>
          <a:lstStyle/>
          <a:p>
            <a:r>
              <a:rPr lang="en-US"/>
              <a:t>Benefits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A26E79-BB71-489A-B65B-6FB9A794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close up image of coins">
            <a:extLst>
              <a:ext uri="{FF2B5EF4-FFF2-40B4-BE49-F238E27FC236}">
                <a16:creationId xmlns:a16="http://schemas.microsoft.com/office/drawing/2014/main" id="{B91E178C-484E-43C6-93B4-4DF1D16460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1218882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ZA">
                <a:ea typeface="+mj-lt"/>
                <a:cs typeface="+mj-lt"/>
              </a:rPr>
              <a:t>Role of Google Maps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444752" y="2487165"/>
            <a:ext cx="2926080" cy="2714379"/>
          </a:xfrm>
        </p:spPr>
        <p:txBody>
          <a:bodyPr vert="horz" lIns="91440" tIns="429768" rIns="91440" bIns="45720" rtlCol="0" anchor="t">
            <a:noAutofit/>
          </a:bodyPr>
          <a:lstStyle/>
          <a:p>
            <a:r>
              <a:rPr lang="en-ZA">
                <a:ea typeface="+mj-lt"/>
                <a:cs typeface="+mj-lt"/>
              </a:rPr>
              <a:t>Business location appears on </a:t>
            </a:r>
            <a:r>
              <a:rPr lang="en-ZA" b="1">
                <a:ea typeface="+mj-lt"/>
                <a:cs typeface="+mj-lt"/>
              </a:rPr>
              <a:t>Google Map.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36008" y="2487165"/>
            <a:ext cx="2926080" cy="2715768"/>
          </a:xfrm>
        </p:spPr>
        <p:txBody>
          <a:bodyPr vert="horz" lIns="91440" tIns="429768" rIns="91440" bIns="45720" rtlCol="0" anchor="t">
            <a:normAutofit/>
          </a:bodyPr>
          <a:lstStyle/>
          <a:p>
            <a:r>
              <a:rPr lang="en-ZA">
                <a:ea typeface="+mj-lt"/>
                <a:cs typeface="+mj-lt"/>
              </a:rPr>
              <a:t>Customers can easily navigate to the shop.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90688" y="2487165"/>
            <a:ext cx="2926080" cy="2715768"/>
          </a:xfrm>
        </p:spPr>
        <p:txBody>
          <a:bodyPr vert="horz" lIns="91440" tIns="429768" rIns="91440" bIns="45720" rtlCol="0" anchor="t">
            <a:normAutofit/>
          </a:bodyPr>
          <a:lstStyle/>
          <a:p>
            <a:r>
              <a:rPr lang="en-ZA">
                <a:ea typeface="+mj-lt"/>
                <a:cs typeface="+mj-lt"/>
              </a:rPr>
              <a:t>Improves local search results.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9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image of bar graph">
            <a:extLst>
              <a:ext uri="{FF2B5EF4-FFF2-40B4-BE49-F238E27FC236}">
                <a16:creationId xmlns:a16="http://schemas.microsoft.com/office/drawing/2014/main" id="{6A057D43-F8BF-4DAD-A7AD-845A6D5B5A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0" y="365125"/>
            <a:ext cx="789432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Services &amp; Products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</p:spPr>
        <p:txBody>
          <a:bodyPr/>
          <a:lstStyle/>
          <a:p>
            <a:r>
              <a:rPr lang="en-ZA" sz="2800" b="1">
                <a:solidFill>
                  <a:srgbClr val="000000"/>
                </a:solidFill>
                <a:latin typeface="Source Sans Pro"/>
                <a:ea typeface="Source Sans Pro"/>
              </a:rPr>
              <a:t>List your services or products</a:t>
            </a:r>
            <a:endParaRPr lang="en-ZA" sz="2800">
              <a:solidFill>
                <a:srgbClr val="000000"/>
              </a:solidFill>
              <a:latin typeface="Source Sans Pro"/>
              <a:ea typeface="Source Sans Pro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71EBE-B721-4278-A276-75F44D556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050" y="2686050"/>
            <a:ext cx="5661764" cy="2743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ZA" sz="2800" noProof="1">
                <a:ea typeface="+mn-lt"/>
                <a:cs typeface="+mn-lt"/>
              </a:rPr>
              <a:t>SEO Audit</a:t>
            </a:r>
            <a:endParaRPr lang="en-ZA" sz="2800">
              <a:ea typeface="Source Sans Pro"/>
            </a:endParaRPr>
          </a:p>
          <a:p>
            <a:pPr marL="742950" lvl="1" indent="-285750">
              <a:buFont typeface="Arial"/>
              <a:buChar char="•"/>
            </a:pPr>
            <a:r>
              <a:rPr lang="en-ZA" sz="2800" noProof="1">
                <a:ea typeface="+mn-lt"/>
                <a:cs typeface="+mn-lt"/>
              </a:rPr>
              <a:t>Social Media Management</a:t>
            </a:r>
            <a:endParaRPr lang="en-ZA" sz="2800">
              <a:ea typeface="Source Sans Pro"/>
            </a:endParaRPr>
          </a:p>
          <a:p>
            <a:pPr marL="742950" lvl="1" indent="-285750">
              <a:buFont typeface="Arial"/>
              <a:buChar char="•"/>
            </a:pPr>
            <a:r>
              <a:rPr lang="en-ZA" sz="2800" noProof="1">
                <a:ea typeface="+mn-lt"/>
                <a:cs typeface="+mn-lt"/>
              </a:rPr>
              <a:t>Paid Ads</a:t>
            </a:r>
            <a:endParaRPr lang="en-ZA" sz="2800">
              <a:ea typeface="Source Sans Pro"/>
            </a:endParaRPr>
          </a:p>
          <a:p>
            <a:pPr marL="742950" lvl="1" indent="-285750">
              <a:buFont typeface="Arial"/>
              <a:buChar char="•"/>
            </a:pPr>
            <a:r>
              <a:rPr lang="en-ZA" sz="2800" noProof="1">
                <a:ea typeface="+mn-lt"/>
                <a:cs typeface="+mn-lt"/>
              </a:rPr>
              <a:t>Website Optimization</a:t>
            </a:r>
            <a:endParaRPr lang="en-ZA" sz="28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ZA" sz="2800" noProof="1">
                <a:ea typeface="+mn-lt"/>
                <a:cs typeface="+mn-lt"/>
              </a:rPr>
              <a:t>Optional: Add </a:t>
            </a:r>
            <a:r>
              <a:rPr lang="en-ZA" sz="2800" b="1" noProof="1">
                <a:ea typeface="+mn-lt"/>
                <a:cs typeface="+mn-lt"/>
              </a:rPr>
              <a:t>price range</a:t>
            </a:r>
            <a:endParaRPr lang="en-ZA" sz="2800">
              <a:ea typeface="Source Sans Pro"/>
            </a:endParaRPr>
          </a:p>
          <a:p>
            <a:endParaRPr lang="en-ZA" sz="1600" noProof="1">
              <a:ea typeface="Source Sans Pro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72E633-D3D4-4B6D-909F-937FED844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H="1" flipV="1">
            <a:off x="11224496" y="4646374"/>
            <a:ext cx="267221" cy="49268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B5D1873B-E191-492D-8A88-5BC54325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D55AB81-8A4D-4B4A-8B0F-A7407C69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04A6B-B6E9-40E3-BFCB-8C1C17E0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3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Placeholder 46" descr="image of bar graphs&#10;">
            <a:extLst>
              <a:ext uri="{FF2B5EF4-FFF2-40B4-BE49-F238E27FC236}">
                <a16:creationId xmlns:a16="http://schemas.microsoft.com/office/drawing/2014/main" id="{8DF0B24C-C423-4BE7-9103-806E661E19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Attributes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A222B6F-BB67-4A4C-8885-56E895268E0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6800" y="1525143"/>
            <a:ext cx="10058400" cy="54864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ZA"/>
          </a:p>
          <a:p>
            <a:endParaRPr lang="en-US"/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A7DD34AA-E48A-47B4-BD20-EA3CBB161E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444752" y="2690981"/>
            <a:ext cx="2926080" cy="2501700"/>
          </a:xfrm>
        </p:spPr>
        <p:txBody>
          <a:bodyPr vert="horz" lIns="91440" tIns="502920" rIns="91440" bIns="45720" rtlCol="0" anchor="t">
            <a:noAutofit/>
          </a:bodyPr>
          <a:lstStyle/>
          <a:p>
            <a:r>
              <a:rPr lang="en-US"/>
              <a:t>,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D4C9E1-F442-4E77-AD43-98B4169C16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673352" y="3584448"/>
            <a:ext cx="2468880" cy="1371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Women-led</a:t>
            </a:r>
            <a:endParaRPr lang="en-US" sz="2000" b="1">
              <a:ea typeface="Source Sans Pro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C314248-E087-48C3-891A-BF11C1EE1F0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636008" y="2697587"/>
            <a:ext cx="2926080" cy="2505345"/>
          </a:xfrm>
        </p:spPr>
        <p:txBody>
          <a:bodyPr vert="horz" lIns="91440" tIns="502920" rIns="91440" bIns="45720" rtlCol="0" anchor="t">
            <a:noAutofit/>
          </a:bodyPr>
          <a:lstStyle/>
          <a:p>
            <a:r>
              <a:rPr lang="en-US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D8C892-AFAE-46DF-8A54-B8C979482F0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73775" y="3584448"/>
            <a:ext cx="2468880" cy="1371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Online Appointments”</a:t>
            </a:r>
            <a:endParaRPr lang="en-US" sz="2000" b="1">
              <a:ea typeface="Source Sans Pro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1BDCA60-2625-4B36-96B1-2B050A7C734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790688" y="2697587"/>
            <a:ext cx="2926080" cy="2505345"/>
          </a:xfrm>
        </p:spPr>
        <p:txBody>
          <a:bodyPr vert="horz" lIns="91440" tIns="502920" rIns="91440" bIns="45720" rtlCol="0" anchor="t">
            <a:noAutofit/>
          </a:bodyPr>
          <a:lstStyle/>
          <a:p>
            <a:r>
              <a:rPr lang="en-US"/>
              <a:t>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6255A71-CEF2-4F63-A0C4-DC367B56213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019288" y="3166914"/>
            <a:ext cx="2468880" cy="13716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 sz="2000" b="1">
                <a:ea typeface="+mn-lt"/>
                <a:cs typeface="+mn-lt"/>
              </a:rPr>
              <a:t>Wheelchair accessible”</a:t>
            </a:r>
            <a:endParaRPr lang="en-US" sz="2000" b="1">
              <a:ea typeface="Source Sans Pro"/>
            </a:endParaRPr>
          </a:p>
          <a:p>
            <a:r>
              <a:rPr lang="en-US" sz="2000" b="1">
                <a:ea typeface="+mn-lt"/>
                <a:cs typeface="+mn-lt"/>
              </a:rPr>
              <a:t>Gives extra info to customers</a:t>
            </a:r>
            <a:endParaRPr lang="en-US" sz="2000" b="1">
              <a:ea typeface="Source Sans Pro"/>
            </a:endParaRPr>
          </a:p>
          <a:p>
            <a:endParaRPr lang="en-US" b="1">
              <a:ea typeface="Source Sans Pro"/>
            </a:endParaRPr>
          </a:p>
        </p:txBody>
      </p:sp>
      <p:sp>
        <p:nvSpPr>
          <p:cNvPr id="67" name="Footer Placeholder 66">
            <a:extLst>
              <a:ext uri="{FF2B5EF4-FFF2-40B4-BE49-F238E27FC236}">
                <a16:creationId xmlns:a16="http://schemas.microsoft.com/office/drawing/2014/main" id="{354056BA-2CCC-4DA8-BF1E-8AE4C81144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ZA"/>
              <a:t>Pitch deck title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CA60395-A3D9-469E-B191-FCFC5F5EE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Placeholder 51" descr="photo of building column&#10;">
            <a:extLst>
              <a:ext uri="{FF2B5EF4-FFF2-40B4-BE49-F238E27FC236}">
                <a16:creationId xmlns:a16="http://schemas.microsoft.com/office/drawing/2014/main" id="{FB984F8E-E35E-4C11-86D8-AC8E1328E9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" b="58"/>
          <a:stretch/>
        </p:blipFill>
        <p:spPr>
          <a:xfrm>
            <a:off x="458724" y="481369"/>
            <a:ext cx="11274552" cy="2743200"/>
          </a:xfrm>
        </p:spPr>
      </p:pic>
      <p:sp>
        <p:nvSpPr>
          <p:cNvPr id="34" name="Title 33">
            <a:extLst>
              <a:ext uri="{FF2B5EF4-FFF2-40B4-BE49-F238E27FC236}">
                <a16:creationId xmlns:a16="http://schemas.microsoft.com/office/drawing/2014/main" id="{17B7CBFC-65A2-4AB4-BE48-C580D13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70" y="3592386"/>
            <a:ext cx="5219178" cy="1325563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z="4800" b="1" u="sng"/>
              <a:t>Reviews&amp; Ratings</a:t>
            </a:r>
            <a:endParaRPr lang="en-US" sz="4800" u="sng"/>
          </a:p>
          <a:p>
            <a:endParaRPr lang="en-US"/>
          </a:p>
          <a:p>
            <a:endParaRPr lang="en-US"/>
          </a:p>
        </p:txBody>
      </p:sp>
      <p:sp>
        <p:nvSpPr>
          <p:cNvPr id="54" name="Footer Placeholder 53">
            <a:extLst>
              <a:ext uri="{FF2B5EF4-FFF2-40B4-BE49-F238E27FC236}">
                <a16:creationId xmlns:a16="http://schemas.microsoft.com/office/drawing/2014/main" id="{F7B98703-748F-4466-B210-C3632974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2B40CBE-DEC8-4A9F-AF68-3DABE42C7E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0624" y="3588102"/>
            <a:ext cx="5561806" cy="31310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Encourage satisfied customers to leave reviews</a:t>
            </a:r>
            <a:endParaRPr lang="en-US" sz="2400">
              <a:ea typeface="Source Sans Pro"/>
            </a:endParaRPr>
          </a:p>
          <a:p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Reply professionally to all reviews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Improves trust &amp; local SEO ranking</a:t>
            </a:r>
            <a:endParaRPr lang="en-US" sz="2400">
              <a:ea typeface="Source Sans Pro"/>
            </a:endParaRPr>
          </a:p>
          <a:p>
            <a:endParaRPr lang="en-US" sz="2400">
              <a:ea typeface="Source Sans Pro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8FA207-53D3-4237-A057-8F03251DDE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9512" y="5503164"/>
            <a:ext cx="6958584" cy="1371600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39708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photo of Wall street sign&#10;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25" y="1711095"/>
            <a:ext cx="7000539" cy="1525344"/>
          </a:xfrm>
        </p:spPr>
        <p:txBody>
          <a:bodyPr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Conclusion</a:t>
            </a:r>
            <a:endParaRPr lang="en-US" sz="480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0E486CF-8877-4DB4-98D3-2CD9F1CB33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416427" y="4681728"/>
            <a:ext cx="9923524" cy="1668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GBM is essential for </a:t>
            </a:r>
            <a:r>
              <a:rPr lang="en-US" sz="2400" b="1">
                <a:ea typeface="+mn-lt"/>
                <a:cs typeface="+mn-lt"/>
              </a:rPr>
              <a:t>local business visibility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Complete info + photos + reviews + posts = </a:t>
            </a:r>
            <a:r>
              <a:rPr lang="en-US" sz="2400" b="1">
                <a:ea typeface="+mn-lt"/>
                <a:cs typeface="+mn-lt"/>
              </a:rPr>
              <a:t>higher engagement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Regular updates &amp; monitoring are key for </a:t>
            </a:r>
            <a:r>
              <a:rPr lang="en-US" sz="2400" b="1">
                <a:ea typeface="+mn-lt"/>
                <a:cs typeface="+mn-lt"/>
              </a:rPr>
              <a:t>success</a:t>
            </a:r>
            <a:endParaRPr lang="en-US" sz="2400">
              <a:ea typeface="Source Sans Pro"/>
            </a:endParaRPr>
          </a:p>
          <a:p>
            <a:endParaRPr lang="en-US">
              <a:ea typeface="Source Sans Pro"/>
            </a:endParaRPr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07E67588-DFE4-40B6-B7B2-7329C1D7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Pitch deck title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FBA0FCD-5060-4B39-B311-BE2FE37C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person standing next to a person looking at a tablet&#10;&#10;AI-generated content may be incorrect.">
            <a:extLst>
              <a:ext uri="{FF2B5EF4-FFF2-40B4-BE49-F238E27FC236}">
                <a16:creationId xmlns:a16="http://schemas.microsoft.com/office/drawing/2014/main" id="{88753C00-96AD-9C8C-F5F3-4174D40A20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791" b="7791"/>
          <a:stretch/>
        </p:blipFill>
        <p:spPr>
          <a:xfrm>
            <a:off x="1524" y="212911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prstClr val="white"/>
          </a:solidFill>
          <a:ln>
            <a:solidFill>
              <a:prstClr val="white"/>
            </a:solidFill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11F5F-F078-8145-9956-E2EBD32A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ea typeface="Source Sans Pro"/>
              </a:rPr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86C34-AE22-3E6A-4F29-4B067B3C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D122A0-1B01-95C4-A252-89AC0556A07D}"/>
              </a:ext>
            </a:extLst>
          </p:cNvPr>
          <p:cNvSpPr>
            <a:spLocks noGrp="1"/>
          </p:cNvSpPr>
          <p:nvPr>
            <p:ph idx="14"/>
          </p:nvPr>
        </p:nvSpPr>
        <p:spPr>
          <a:xfrm flipH="1">
            <a:off x="11306334" y="6007399"/>
            <a:ext cx="336611" cy="35156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9110DB-A417-D499-3B0C-E52ECBD94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81" y="673859"/>
            <a:ext cx="9800780" cy="1663039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chemeClr val="tx1"/>
                </a:solidFill>
              </a:rPr>
              <a:t>Thankyou.........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6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" id="{0A08F99B-73B1-4377-A04A-CCDBBDCD25D8}" vid="{5CED1285-8ECB-4128-A72E-4C5B72C5D4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8C9C157-B2BF-48C0-AA17-2CECF9CDD0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128202-8B3F-47B2-95DE-323A94AC481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2C3E0D1-381F-4FED-835E-9337ECD9B239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Google My Business (GMB) Optimization for Local SEO</vt:lpstr>
      <vt:lpstr>ABOUT US</vt:lpstr>
      <vt:lpstr>Introduction</vt:lpstr>
      <vt:lpstr>What is  Google My Business</vt:lpstr>
      <vt:lpstr>What is  Local SEO</vt:lpstr>
      <vt:lpstr>Importance of  Local SEO</vt:lpstr>
      <vt:lpstr>Role of Google Maps</vt:lpstr>
      <vt:lpstr>Services &amp; Products</vt:lpstr>
      <vt:lpstr>Attributes</vt:lpstr>
      <vt:lpstr>Reviews&amp; Ratings  </vt:lpstr>
      <vt:lpstr>Conclusion</vt:lpstr>
      <vt:lpstr>Thankyou.........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2026-03-13T19:31:25Z</dcterms:created>
  <dcterms:modified xsi:type="dcterms:W3CDTF">2026-03-13T21:19:25Z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