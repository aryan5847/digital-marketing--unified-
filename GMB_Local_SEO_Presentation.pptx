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Google My Business (GMB) Optimization for Local SEO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Digital Marketing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presence is important for local businesses</a:t>
            </a:r>
          </a:p>
          <a:p>
            <a:r>
              <a:t>• Customers search online before visiting stores</a:t>
            </a:r>
          </a:p>
          <a:p>
            <a:r>
              <a:t>• GMB helps businesses appear in Google Search and Maps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Google My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Free tool by Google</a:t>
            </a:r>
          </a:p>
          <a:p>
            <a:r>
              <a:t>• Helps manage business information online</a:t>
            </a:r>
          </a:p>
          <a:p>
            <a:r>
              <a:t>• Displays business on Google Search and Google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Local SEO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Local SEO improves visibility in location-based searches</a:t>
            </a:r>
          </a:p>
          <a:p>
            <a:r>
              <a:t>• Helps nearby customers find businesses</a:t>
            </a:r>
          </a:p>
          <a:p>
            <a:r>
              <a:t>• Important for small and local businesses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GMB for Local SEO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local search ranking</a:t>
            </a:r>
          </a:p>
          <a:p>
            <a:r>
              <a:t>• Shows business location on Google Maps</a:t>
            </a:r>
          </a:p>
          <a:p>
            <a:r>
              <a:t>• Builds trust with customers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GMB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 profile</a:t>
            </a:r>
          </a:p>
          <a:p>
            <a:r>
              <a:t>• Customer reviews</a:t>
            </a:r>
          </a:p>
          <a:p>
            <a:r>
              <a:t>• Photos and videos</a:t>
            </a:r>
          </a:p>
          <a:p>
            <a:r>
              <a:t>• Google posts</a:t>
            </a:r>
          </a:p>
          <a:p>
            <a:r>
              <a:t>• Insights and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Create GMB Listing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Google account</a:t>
            </a:r>
          </a:p>
          <a:p>
            <a:r>
              <a:t>2. Add business name</a:t>
            </a:r>
          </a:p>
          <a:p>
            <a:r>
              <a:t>3. Select business category</a:t>
            </a:r>
          </a:p>
          <a:p>
            <a:r>
              <a:t>4. Add address and contact details</a:t>
            </a:r>
          </a:p>
          <a:p>
            <a:r>
              <a:t>5. Verify business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GMB 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Accurate business information</a:t>
            </a:r>
          </a:p>
          <a:p>
            <a:r>
              <a:t>• Use relevant keywords</a:t>
            </a:r>
          </a:p>
          <a:p>
            <a:r>
              <a:t>• Add high-quality photos</a:t>
            </a:r>
          </a:p>
          <a:p>
            <a:r>
              <a:t>• Update business hours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Builds customer trust</a:t>
            </a:r>
          </a:p>
          <a:p>
            <a:r>
              <a:t>• Influences buying decisions</a:t>
            </a:r>
          </a:p>
          <a:p>
            <a:r>
              <a:t>• Improves local ranking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Photos and Posts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products and services</a:t>
            </a:r>
          </a:p>
          <a:p>
            <a:r>
              <a:t>• Share offers and updates</a:t>
            </a:r>
          </a:p>
          <a:p>
            <a:r>
              <a:t>• Increase customer engagement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GMB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Higher visibility</a:t>
            </a:r>
          </a:p>
          <a:p>
            <a:r>
              <a:t>• Increased website traffic</a:t>
            </a:r>
          </a:p>
          <a:p>
            <a:r>
              <a:t>• More customer visits</a:t>
            </a:r>
          </a:p>
          <a:p>
            <a:r>
              <a:t>• Better brand awareness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Local SEO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Competition from other businesses</a:t>
            </a:r>
          </a:p>
          <a:p>
            <a:r>
              <a:t>• Negative reviews</a:t>
            </a:r>
          </a:p>
          <a:p>
            <a:r>
              <a:t>• Inconsistent business information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GMB is essential for local SEO</a:t>
            </a:r>
          </a:p>
          <a:p>
            <a:r>
              <a:t>• Proper optimization improves visibility</a:t>
            </a:r>
          </a:p>
          <a:p>
            <a:r>
              <a:t>• Helps businesses attract more local customers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